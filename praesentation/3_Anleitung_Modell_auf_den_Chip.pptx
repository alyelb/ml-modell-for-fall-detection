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7"/>
    <p:sldId id="265" r:id="rId6"/>
    <p:sldId id="266" r:id="rId5"/>
    <p:sldId id="267" r:id="rId4"/>
    <p:sldId id="268" r:id="rId3"/>
    <p:sldId id="269" r:id="rId2"/>
  </p:sldIdLst>
  <p:sldSz cx="12192000" cy="6858000"/>
  <p:notesSz cx="6858000" cy="9144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MS PGothic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MS PGothic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MS PGothic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MS PGothic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MS PGothic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charset="0"/>
        <a:ea typeface="MS PGothic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charset="0"/>
        <a:ea typeface="MS PGothic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charset="0"/>
        <a:ea typeface="MS PGothic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charset="0"/>
        <a:ea typeface="MS PGothic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272" userDrawn="1">
          <p15:clr>
            <a:srgbClr val="A4A3A4"/>
          </p15:clr>
        </p15:guide>
        <p15:guide id="3" orient="horz" pos="93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5C66"/>
    <a:srgbClr val="80BA24"/>
    <a:srgbClr val="FFFFFF"/>
    <a:srgbClr val="8996A0"/>
    <a:srgbClr val="BDC4C5"/>
    <a:srgbClr val="DFE5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98"/>
    <p:restoredTop sz="94537"/>
  </p:normalViewPr>
  <p:slideViewPr>
    <p:cSldViewPr showGuides="1">
      <p:cViewPr varScale="1">
        <p:scale>
          <a:sx n="103" d="100"/>
          <a:sy n="103" d="100"/>
        </p:scale>
        <p:origin x="1040" y="176"/>
      </p:cViewPr>
      <p:guideLst>
        <p:guide orient="horz" pos="3884"/>
        <p:guide pos="272"/>
        <p:guide orient="horz" pos="935"/>
      </p:guideLst>
    </p:cSldViewPr>
  </p:slideViewPr>
  <p:outlineViewPr>
    <p:cViewPr>
      <p:scale>
        <a:sx n="33" d="100"/>
        <a:sy n="33" d="100"/>
      </p:scale>
      <p:origin x="0" y="-1573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5" d="100"/>
          <a:sy n="125" d="100"/>
        </p:scale>
        <p:origin x="4640" y="16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12.xml"/><Relationship Id="rId5" Type="http://schemas.openxmlformats.org/officeDocument/2006/relationships/slide" Target="slides/slide11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37549A58-65A2-1C4E-BD33-6061F52BCE58}" type="datetimeFigureOut">
              <a:rPr lang="de-DE" altLang="de-DE"/>
              <a:pPr>
                <a:defRPr/>
              </a:pPr>
              <a:t>01.09.20</a:t>
            </a:fld>
            <a:endParaRPr lang="de-DE" alt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3A2CBF72-E928-E147-A1D9-782F6DF0FEAB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1166542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8B8FA84D-43F1-B541-9232-7D50279E8043}" type="datetimeFigureOut">
              <a:rPr lang="de-DE" altLang="de-DE"/>
              <a:pPr>
                <a:defRPr/>
              </a:pPr>
              <a:t>01.09.20</a:t>
            </a:fld>
            <a:endParaRPr lang="de-DE" altLang="de-DE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noProof="0"/>
              <a:t>Textmasterformate durch Klicken bearbeiten</a:t>
            </a:r>
          </a:p>
          <a:p>
            <a:pPr lvl="1"/>
            <a:r>
              <a:rPr lang="de-DE" altLang="de-DE" noProof="0"/>
              <a:t>Zweite Ebene</a:t>
            </a:r>
          </a:p>
          <a:p>
            <a:pPr lvl="2"/>
            <a:r>
              <a:rPr lang="de-DE" altLang="de-DE" noProof="0"/>
              <a:t>Dritte Ebene</a:t>
            </a:r>
          </a:p>
          <a:p>
            <a:pPr lvl="3"/>
            <a:r>
              <a:rPr lang="de-DE" altLang="de-DE" noProof="0"/>
              <a:t>Vierte Ebene</a:t>
            </a:r>
          </a:p>
          <a:p>
            <a:pPr lvl="4"/>
            <a:r>
              <a:rPr lang="de-DE" altLang="de-DE" noProof="0"/>
              <a:t>Fünfte Ebene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179F7848-E2AA-B947-8B0B-A0FBC6F783BE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90603644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Teil ist zum Nachmachen gedacht. Alle Dateien liegen im GitHub-Repository.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Überblick. Die Schritte 1 und 2 braucht man nur, wenn ein neues Modell trainiert werden soll.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Python 3.14 hat noch kein TensorFlow, deshalb 3.12.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Pins stehen oben in CleverSole.ino. Nur GPIO0 bis GPIO7 sind beim C6 LP-GPIOs und können wecken.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Wer das vorhandene Modell nutzt, überspringt diesen 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Beispielausgabe gekürzt. Der Ordner Pilotdaten enthält die eigenen Logger-Aufnahmen, sie dienen nur der int8-Kalibrierung und der Kontrolle. Die Größe hängt leicht vom Modell ab, etwa 75 bis 80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Ohne USB CDC On Boot bleibt der serielle Monitor leer. Die alte Bibliothek TensorFlowLite_ESP32 nicht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Sollwerte stehen in modell_sohle.h und werden bei jedem Export neu berechnet. Im Einsatz TESTMODUS wieder auf 0, sonst schläft das Gerät 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 ist nur das blaue IMU-Modul, nicht die USB-Buchse. Kleine Schieflagen gleicht die Kalibrierung aus.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Kalibrierung läuft nach jedem Aufwachen neu, man muss nichts drücken.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n=3 heißt: drei von fünf Fenstern haben für Sturz gestimmt. Die Richtung ist eine Schätzung; links und rechts werden als seitlich zusammengefasst.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Beispielzeilen sind ausgedacht und zeigen nur das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häufigsten Probleme aus dem Projekt.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Danke.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8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M-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892CBC1-0AA5-FD49-A6CF-7BC19D8FDA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8760"/>
            <a:ext cx="12192000" cy="5173133"/>
          </a:xfrm>
          <a:prstGeom prst="rect">
            <a:avLst/>
          </a:prstGeom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827390B-A86E-434B-90D4-3438340D15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4293" y="2924944"/>
            <a:ext cx="3240000" cy="32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 dirty="0">
              <a:cs typeface="Arial" pitchFamily="34" charset="0"/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3903DC0-149E-A447-909C-1CDEC9D422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60296" y="3789040"/>
            <a:ext cx="3168351" cy="2231801"/>
          </a:xfrm>
        </p:spPr>
        <p:txBody>
          <a:bodyPr anchor="b"/>
          <a:lstStyle>
            <a:lvl1pPr marL="0" indent="0">
              <a:lnSpc>
                <a:spcPct val="150000"/>
              </a:lnSpc>
              <a:buNone/>
              <a:defRPr sz="2200" b="1"/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CB4F93A7-5B61-D941-9FC9-6DB6CDC6EF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768408" y="6497638"/>
            <a:ext cx="2419360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35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HM-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6EBF173-6194-1449-A8B7-B55867141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8760"/>
            <a:ext cx="12192000" cy="5173133"/>
          </a:xfrm>
          <a:prstGeom prst="rect">
            <a:avLst/>
          </a:prstGeom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827390B-A86E-434B-90D4-3438340D15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4293" y="2924944"/>
            <a:ext cx="3240000" cy="32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 dirty="0">
              <a:cs typeface="Arial" pitchFamily="34" charset="0"/>
            </a:endParaRP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3903DC0-149E-A447-909C-1CDEC9D422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60296" y="3789040"/>
            <a:ext cx="3168351" cy="2231801"/>
          </a:xfrm>
        </p:spPr>
        <p:txBody>
          <a:bodyPr anchor="b"/>
          <a:lstStyle>
            <a:lvl1pPr marL="0" indent="0">
              <a:lnSpc>
                <a:spcPct val="150000"/>
              </a:lnSpc>
              <a:buNone/>
              <a:defRPr sz="2200" b="1"/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9E426BC6-EC8D-2B49-804D-49B49D3145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768408" y="6497638"/>
            <a:ext cx="2419360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661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M-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A692ADC8-598A-EC43-8E74-629C6533D2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8760"/>
            <a:ext cx="12192000" cy="5169690"/>
          </a:xfrm>
          <a:prstGeom prst="rect">
            <a:avLst/>
          </a:prstGeom>
        </p:spPr>
      </p:pic>
      <p:sp>
        <p:nvSpPr>
          <p:cNvPr id="8" name="Rectangle 6"/>
          <p:cNvSpPr>
            <a:spLocks noChangeArrowheads="1"/>
          </p:cNvSpPr>
          <p:nvPr userDrawn="1"/>
        </p:nvSpPr>
        <p:spPr bwMode="auto">
          <a:xfrm>
            <a:off x="8544293" y="2924944"/>
            <a:ext cx="3240000" cy="32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 dirty="0">
              <a:cs typeface="Arial" pitchFamily="34" charset="0"/>
            </a:endParaRP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8760296" y="3789040"/>
            <a:ext cx="3168351" cy="2231801"/>
          </a:xfrm>
        </p:spPr>
        <p:txBody>
          <a:bodyPr anchor="b"/>
          <a:lstStyle>
            <a:lvl1pPr marL="0" indent="0">
              <a:lnSpc>
                <a:spcPct val="150000"/>
              </a:lnSpc>
              <a:buNone/>
              <a:defRPr sz="2200" b="1"/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69576794-5162-6048-BCAD-629826D7D57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768408" y="6497638"/>
            <a:ext cx="2419360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519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79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Fachbereich oder Instit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66825"/>
            <a:ext cx="12192000" cy="51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6"/>
          <p:cNvSpPr>
            <a:spLocks noChangeArrowheads="1"/>
          </p:cNvSpPr>
          <p:nvPr userDrawn="1"/>
        </p:nvSpPr>
        <p:spPr bwMode="auto">
          <a:xfrm>
            <a:off x="8639787" y="2924944"/>
            <a:ext cx="3240000" cy="32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9" name="Rectangle 10"/>
          <p:cNvSpPr>
            <a:spLocks noChangeArrowheads="1"/>
          </p:cNvSpPr>
          <p:nvPr userDrawn="1"/>
        </p:nvSpPr>
        <p:spPr bwMode="auto">
          <a:xfrm>
            <a:off x="5040131" y="2924944"/>
            <a:ext cx="3240000" cy="32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8867542" y="2996952"/>
            <a:ext cx="2845083" cy="720080"/>
          </a:xfrm>
        </p:spPr>
        <p:txBody>
          <a:bodyPr tIns="0" rIns="0" bIns="0" anchor="t"/>
          <a:lstStyle>
            <a:lvl1pPr marL="0" indent="0">
              <a:lnSpc>
                <a:spcPct val="150000"/>
              </a:lnSpc>
              <a:buNone/>
              <a:defRPr sz="2200" b="1"/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Textplatzhalt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303319" y="3717032"/>
            <a:ext cx="2736897" cy="2231801"/>
          </a:xfrm>
        </p:spPr>
        <p:txBody>
          <a:bodyPr anchor="b"/>
          <a:lstStyle>
            <a:lvl1pPr marL="0" indent="0">
              <a:lnSpc>
                <a:spcPct val="150000"/>
              </a:lnSpc>
              <a:buNone/>
              <a:defRPr sz="2200" b="1"/>
            </a:lvl1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12"/>
          </p:nvPr>
        </p:nvSpPr>
        <p:spPr>
          <a:xfrm>
            <a:off x="8867243" y="3574926"/>
            <a:ext cx="2845382" cy="1800225"/>
          </a:xfrm>
        </p:spPr>
        <p:txBody>
          <a:bodyPr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de-DE" dirty="0"/>
              <a:t>Mastertextformat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A4DEDB-1913-094B-A031-F2D1C477CD3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766300" y="6502400"/>
            <a:ext cx="24257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62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9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5" name="Titel 2"/>
          <p:cNvSpPr>
            <a:spLocks noGrp="1"/>
          </p:cNvSpPr>
          <p:nvPr>
            <p:ph type="title"/>
          </p:nvPr>
        </p:nvSpPr>
        <p:spPr>
          <a:xfrm>
            <a:off x="432000" y="1080001"/>
            <a:ext cx="11228917" cy="574675"/>
          </a:xfrm>
        </p:spPr>
        <p:txBody>
          <a:bodyPr lIns="0"/>
          <a:lstStyle/>
          <a:p>
            <a:r>
              <a:rPr lang="de-DE" dirty="0"/>
              <a:t>Mastertitelformat bearbeiten</a:t>
            </a:r>
            <a:endParaRPr lang="de-DE" altLang="de-DE" sz="2200" dirty="0">
              <a:latin typeface="Arial" charset="0"/>
              <a:ea typeface="MS PGothic" charset="-128"/>
              <a:cs typeface="Arial" charset="0"/>
            </a:endParaRP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432001" y="1620000"/>
            <a:ext cx="11232619" cy="4617288"/>
          </a:xfrm>
        </p:spPr>
        <p:txBody>
          <a:bodyPr lIns="0"/>
          <a:lstStyle>
            <a:lvl1pPr marL="0" indent="0"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9398817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1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5" name="Titel 2"/>
          <p:cNvSpPr>
            <a:spLocks noGrp="1"/>
          </p:cNvSpPr>
          <p:nvPr>
            <p:ph type="title"/>
          </p:nvPr>
        </p:nvSpPr>
        <p:spPr>
          <a:xfrm>
            <a:off x="432000" y="1080001"/>
            <a:ext cx="11228917" cy="574675"/>
          </a:xfrm>
        </p:spPr>
        <p:txBody>
          <a:bodyPr lIns="0"/>
          <a:lstStyle/>
          <a:p>
            <a:r>
              <a:rPr lang="de-DE" dirty="0"/>
              <a:t>Mastertitelformat bearbeiten</a:t>
            </a:r>
            <a:endParaRPr lang="de-DE" altLang="de-DE" sz="2200" dirty="0">
              <a:latin typeface="Arial" charset="0"/>
              <a:ea typeface="MS PGothic" charset="-128"/>
              <a:cs typeface="Arial" charset="0"/>
            </a:endParaRPr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432001" y="1620000"/>
            <a:ext cx="11232619" cy="1736992"/>
          </a:xfrm>
        </p:spPr>
        <p:txBody>
          <a:bodyPr lIns="0"/>
          <a:lstStyle>
            <a:lvl1pPr marL="0" indent="0">
              <a:buNone/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auto">
          <a:xfrm>
            <a:off x="432000" y="3068960"/>
            <a:ext cx="3551765" cy="3168328"/>
          </a:xfrm>
          <a:prstGeom prst="rect">
            <a:avLst/>
          </a:prstGeom>
          <a:solidFill>
            <a:srgbClr val="80BA24"/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9" name="Rectangle 7"/>
          <p:cNvSpPr>
            <a:spLocks noChangeArrowheads="1"/>
          </p:cNvSpPr>
          <p:nvPr userDrawn="1"/>
        </p:nvSpPr>
        <p:spPr bwMode="auto">
          <a:xfrm>
            <a:off x="4270576" y="3068960"/>
            <a:ext cx="3551765" cy="3168328"/>
          </a:xfrm>
          <a:prstGeom prst="rect">
            <a:avLst/>
          </a:prstGeom>
          <a:solidFill>
            <a:srgbClr val="80BA24"/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1" name="Rectangle 7"/>
          <p:cNvSpPr>
            <a:spLocks noChangeArrowheads="1"/>
          </p:cNvSpPr>
          <p:nvPr userDrawn="1"/>
        </p:nvSpPr>
        <p:spPr bwMode="auto">
          <a:xfrm>
            <a:off x="8112000" y="3068960"/>
            <a:ext cx="3551765" cy="3168328"/>
          </a:xfrm>
          <a:prstGeom prst="rect">
            <a:avLst/>
          </a:prstGeom>
          <a:solidFill>
            <a:srgbClr val="80BA24"/>
          </a:solidFill>
          <a:ln w="6350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566640" y="3212976"/>
            <a:ext cx="2880320" cy="768596"/>
          </a:xfrm>
        </p:spPr>
        <p:txBody>
          <a:bodyPr lIns="90000" rIns="90000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sz="2400" dirty="0"/>
              <a:t>Text</a:t>
            </a:r>
            <a:endParaRPr lang="de-DE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4416240" y="3212976"/>
            <a:ext cx="2880320" cy="768596"/>
          </a:xfrm>
        </p:spPr>
        <p:txBody>
          <a:bodyPr lIns="90000" rIns="90000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sz="2400" dirty="0"/>
              <a:t>Text</a:t>
            </a:r>
            <a:endParaRPr lang="de-DE" dirty="0"/>
          </a:p>
        </p:txBody>
      </p:sp>
      <p:sp>
        <p:nvSpPr>
          <p:cNvPr id="15" name="Textplatzhalt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8256240" y="3214316"/>
            <a:ext cx="2880320" cy="768596"/>
          </a:xfrm>
        </p:spPr>
        <p:txBody>
          <a:bodyPr lIns="90000" rIns="90000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sz="2400" dirty="0"/>
              <a:t>Text</a:t>
            </a:r>
            <a:endParaRPr lang="de-DE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1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folie mit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6"/>
          <p:cNvSpPr>
            <a:spLocks noGrp="1"/>
          </p:cNvSpPr>
          <p:nvPr>
            <p:ph type="pic" sz="quarter" idx="17"/>
          </p:nvPr>
        </p:nvSpPr>
        <p:spPr>
          <a:xfrm>
            <a:off x="8125885" y="1700808"/>
            <a:ext cx="3526167" cy="453648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5"/>
          </p:nvPr>
        </p:nvSpPr>
        <p:spPr>
          <a:xfrm>
            <a:off x="432001" y="1700808"/>
            <a:ext cx="3526167" cy="4536480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13" name="Bildplatzhalter 6"/>
          <p:cNvSpPr>
            <a:spLocks noGrp="1"/>
          </p:cNvSpPr>
          <p:nvPr>
            <p:ph type="pic" sz="quarter" idx="16"/>
          </p:nvPr>
        </p:nvSpPr>
        <p:spPr>
          <a:xfrm>
            <a:off x="4271798" y="1700214"/>
            <a:ext cx="3526167" cy="4537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32001" y="1080000"/>
            <a:ext cx="11324167" cy="576262"/>
          </a:xfrm>
        </p:spPr>
        <p:txBody>
          <a:bodyPr l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866142A-AFED-1443-8B06-6463BAB2C889}" type="slidenum">
              <a:rPr lang="de-DE" altLang="de-DE" smtClean="0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12"/>
          </p:nvPr>
        </p:nvSpPr>
        <p:spPr>
          <a:xfrm>
            <a:off x="760370" y="1883197"/>
            <a:ext cx="3097100" cy="628650"/>
          </a:xfrm>
        </p:spPr>
        <p:txBody>
          <a:bodyPr/>
          <a:lstStyle>
            <a:lvl1pPr marL="0" indent="0"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endParaRPr lang="de-DE" dirty="0"/>
          </a:p>
        </p:txBody>
      </p:sp>
      <p:sp>
        <p:nvSpPr>
          <p:cNvPr id="22" name="Textplatzhalter 21"/>
          <p:cNvSpPr>
            <a:spLocks noGrp="1"/>
          </p:cNvSpPr>
          <p:nvPr>
            <p:ph type="body" sz="quarter" idx="13"/>
          </p:nvPr>
        </p:nvSpPr>
        <p:spPr>
          <a:xfrm>
            <a:off x="4606943" y="1817219"/>
            <a:ext cx="3203556" cy="741362"/>
          </a:xfrm>
        </p:spPr>
        <p:txBody>
          <a:bodyPr/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endParaRPr lang="de-DE" dirty="0"/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14"/>
          </p:nvPr>
        </p:nvSpPr>
        <p:spPr>
          <a:xfrm>
            <a:off x="8464551" y="1817220"/>
            <a:ext cx="3187700" cy="809625"/>
          </a:xfrm>
        </p:spPr>
        <p:txBody>
          <a:bodyPr/>
          <a:lstStyle>
            <a:lvl1pPr marL="0" indent="0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0272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1" userDrawn="1">
          <p15:clr>
            <a:srgbClr val="FBAE40"/>
          </p15:clr>
        </p15:guide>
        <p15:guide id="2" pos="27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feld+Aufzählung im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hteck 15"/>
          <p:cNvSpPr/>
          <p:nvPr userDrawn="1"/>
        </p:nvSpPr>
        <p:spPr>
          <a:xfrm>
            <a:off x="1703512" y="2780927"/>
            <a:ext cx="9950855" cy="1584177"/>
          </a:xfrm>
          <a:prstGeom prst="rect">
            <a:avLst/>
          </a:prstGeom>
          <a:solidFill>
            <a:srgbClr val="DF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de-DE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228DEF-7D63-224F-B0E5-713CE21DF6E5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7" name="Titel 2"/>
          <p:cNvSpPr>
            <a:spLocks noGrp="1"/>
          </p:cNvSpPr>
          <p:nvPr>
            <p:ph type="title"/>
          </p:nvPr>
        </p:nvSpPr>
        <p:spPr>
          <a:xfrm>
            <a:off x="431800" y="1080001"/>
            <a:ext cx="11228917" cy="574675"/>
          </a:xfrm>
        </p:spPr>
        <p:txBody>
          <a:bodyPr lIns="0"/>
          <a:lstStyle/>
          <a:p>
            <a:r>
              <a:rPr lang="de-DE" dirty="0"/>
              <a:t>Mastertitelformat bearbeiten</a:t>
            </a:r>
            <a:endParaRPr lang="de-DE" altLang="de-DE" sz="2200" dirty="0">
              <a:latin typeface="Arial" charset="0"/>
              <a:ea typeface="MS PGothic" charset="-128"/>
              <a:cs typeface="Arial" charset="0"/>
            </a:endParaRP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431801" y="1620001"/>
            <a:ext cx="11340927" cy="1330351"/>
          </a:xfrm>
        </p:spPr>
        <p:txBody>
          <a:bodyPr lIns="0" rIns="90000"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Rechteck 4"/>
          <p:cNvSpPr/>
          <p:nvPr userDrawn="1"/>
        </p:nvSpPr>
        <p:spPr>
          <a:xfrm>
            <a:off x="1703512" y="4509121"/>
            <a:ext cx="9950855" cy="1727647"/>
          </a:xfrm>
          <a:prstGeom prst="rect">
            <a:avLst/>
          </a:prstGeom>
          <a:solidFill>
            <a:srgbClr val="DF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de-DE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0" name="Rechteck 8"/>
          <p:cNvSpPr>
            <a:spLocks noChangeArrowheads="1"/>
          </p:cNvSpPr>
          <p:nvPr userDrawn="1"/>
        </p:nvSpPr>
        <p:spPr bwMode="auto">
          <a:xfrm>
            <a:off x="3071284" y="2432051"/>
            <a:ext cx="9480549" cy="1477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rIns="90000">
            <a:noAutofit/>
          </a:bodyPr>
          <a:lstStyle>
            <a:lvl1pPr marL="342900" indent="-3429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2pPr>
            <a:lvl3pPr marL="1079500" indent="-358775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9pPr>
          </a:lstStyle>
          <a:p>
            <a:pPr lvl="0" eaLnBrk="1" hangingPunct="1">
              <a:spcAft>
                <a:spcPts val="600"/>
              </a:spcAft>
              <a:buClr>
                <a:srgbClr val="80BA24"/>
              </a:buClr>
              <a:buFont typeface="Wingdings" charset="2"/>
              <a:buChar char="§"/>
            </a:pPr>
            <a:endParaRPr lang="de-DE" altLang="de-DE" sz="2000" dirty="0">
              <a:solidFill>
                <a:srgbClr val="4A5C66"/>
              </a:solidFill>
              <a:latin typeface="Arial" charset="0"/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2"/>
          </p:nvPr>
        </p:nvSpPr>
        <p:spPr>
          <a:xfrm>
            <a:off x="1919536" y="2980358"/>
            <a:ext cx="8583083" cy="1528763"/>
          </a:xfrm>
        </p:spPr>
        <p:txBody>
          <a:bodyPr lIns="0" rIns="90000"/>
          <a:lstStyle>
            <a:lvl1pPr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1929530" y="4653137"/>
            <a:ext cx="8583083" cy="1528763"/>
          </a:xfrm>
        </p:spPr>
        <p:txBody>
          <a:bodyPr lIns="0" rIns="90000"/>
          <a:lstStyle>
            <a:lvl1pPr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4" name="Bild 13" descr="organisation.ti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015" y="3173431"/>
            <a:ext cx="909041" cy="831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Bild 1" descr="euro-schein.tif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185" y="4959058"/>
            <a:ext cx="975295" cy="5578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xtfeld+Aufzählung im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228DEF-7D63-224F-B0E5-713CE21DF6E5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7" name="Titel 2"/>
          <p:cNvSpPr>
            <a:spLocks noGrp="1"/>
          </p:cNvSpPr>
          <p:nvPr>
            <p:ph type="title"/>
          </p:nvPr>
        </p:nvSpPr>
        <p:spPr>
          <a:xfrm>
            <a:off x="431800" y="1080001"/>
            <a:ext cx="11228917" cy="574675"/>
          </a:xfrm>
        </p:spPr>
        <p:txBody>
          <a:bodyPr lIns="0"/>
          <a:lstStyle/>
          <a:p>
            <a:r>
              <a:rPr lang="de-DE" dirty="0"/>
              <a:t>Mastertitelformat bearbeiten</a:t>
            </a:r>
            <a:endParaRPr lang="de-DE" altLang="de-DE" sz="2200" dirty="0">
              <a:latin typeface="Arial" charset="0"/>
              <a:ea typeface="MS PGothic" charset="-128"/>
              <a:cs typeface="Arial" charset="0"/>
            </a:endParaRP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431801" y="1620001"/>
            <a:ext cx="11340927" cy="1330351"/>
          </a:xfrm>
        </p:spPr>
        <p:txBody>
          <a:bodyPr lIns="0" rIns="90000"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Rechteck 8"/>
          <p:cNvSpPr>
            <a:spLocks noChangeArrowheads="1"/>
          </p:cNvSpPr>
          <p:nvPr userDrawn="1"/>
        </p:nvSpPr>
        <p:spPr bwMode="auto">
          <a:xfrm>
            <a:off x="3071284" y="2432051"/>
            <a:ext cx="9480549" cy="1477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rIns="90000">
            <a:noAutofit/>
          </a:bodyPr>
          <a:lstStyle>
            <a:lvl1pPr marL="342900" indent="-3429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2pPr>
            <a:lvl3pPr marL="1079500" indent="-358775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MS PGothic" charset="-128"/>
              </a:defRPr>
            </a:lvl9pPr>
          </a:lstStyle>
          <a:p>
            <a:pPr lvl="0" eaLnBrk="1" hangingPunct="1">
              <a:spcAft>
                <a:spcPts val="600"/>
              </a:spcAft>
              <a:buClr>
                <a:srgbClr val="80BA24"/>
              </a:buClr>
              <a:buFont typeface="Wingdings" charset="2"/>
              <a:buChar char="§"/>
            </a:pPr>
            <a:endParaRPr lang="de-DE" altLang="de-DE" sz="2000" dirty="0">
              <a:solidFill>
                <a:srgbClr val="4A5C66"/>
              </a:solidFill>
              <a:latin typeface="Arial" charset="0"/>
            </a:endParaRPr>
          </a:p>
        </p:txBody>
      </p:sp>
      <p:pic>
        <p:nvPicPr>
          <p:cNvPr id="11" name="Bild 10" descr="icon_people.tif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32" y="3291575"/>
            <a:ext cx="888429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Bild 11" descr="haus.tif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0" y="4928474"/>
            <a:ext cx="97529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hteck 13">
            <a:extLst>
              <a:ext uri="{FF2B5EF4-FFF2-40B4-BE49-F238E27FC236}">
                <a16:creationId xmlns:a16="http://schemas.microsoft.com/office/drawing/2014/main" id="{1C6723BC-5FFF-A14D-8404-D5F91F1C72B1}"/>
              </a:ext>
            </a:extLst>
          </p:cNvPr>
          <p:cNvSpPr/>
          <p:nvPr userDrawn="1"/>
        </p:nvSpPr>
        <p:spPr>
          <a:xfrm>
            <a:off x="1703512" y="2780927"/>
            <a:ext cx="9950855" cy="1584177"/>
          </a:xfrm>
          <a:prstGeom prst="rect">
            <a:avLst/>
          </a:prstGeom>
          <a:solidFill>
            <a:srgbClr val="DF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de-DE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594EDCD-2274-FE44-87CC-3D768625475C}"/>
              </a:ext>
            </a:extLst>
          </p:cNvPr>
          <p:cNvSpPr/>
          <p:nvPr userDrawn="1"/>
        </p:nvSpPr>
        <p:spPr>
          <a:xfrm>
            <a:off x="1703512" y="4509121"/>
            <a:ext cx="9950855" cy="1727647"/>
          </a:xfrm>
          <a:prstGeom prst="rect">
            <a:avLst/>
          </a:prstGeom>
          <a:solidFill>
            <a:srgbClr val="DF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de-DE">
              <a:solidFill>
                <a:srgbClr val="FFFFFF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C02CBA60-C706-9748-870A-3B807F1552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919536" y="2980358"/>
            <a:ext cx="8583083" cy="1528763"/>
          </a:xfrm>
        </p:spPr>
        <p:txBody>
          <a:bodyPr lIns="0" rIns="90000"/>
          <a:lstStyle>
            <a:lvl1pPr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Textplatzhalter 2">
            <a:extLst>
              <a:ext uri="{FF2B5EF4-FFF2-40B4-BE49-F238E27FC236}">
                <a16:creationId xmlns:a16="http://schemas.microsoft.com/office/drawing/2014/main" id="{47172106-5D28-8B48-8CE5-77E78E3EF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29530" y="4653137"/>
            <a:ext cx="8583083" cy="1528763"/>
          </a:xfrm>
        </p:spPr>
        <p:txBody>
          <a:bodyPr lIns="0" rIns="90000"/>
          <a:lstStyle>
            <a:lvl1pPr>
              <a:defRPr sz="18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zählungsfeld 1,5 zeil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32000" y="1548016"/>
            <a:ext cx="11164821" cy="4617288"/>
          </a:xfrm>
        </p:spPr>
        <p:txBody>
          <a:bodyPr lIns="0"/>
          <a:lstStyle>
            <a:lvl1pPr>
              <a:lnSpc>
                <a:spcPts val="4100"/>
              </a:lnSpc>
              <a:defRPr sz="20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1pPr>
            <a:lvl2pPr>
              <a:defRPr sz="20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2pPr>
            <a:lvl3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3pPr>
            <a:lvl4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4pPr>
            <a:lvl5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0"/>
            <a:endParaRPr lang="de-DE" dirty="0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432000" y="1080000"/>
            <a:ext cx="11227200" cy="576000"/>
          </a:xfrm>
        </p:spPr>
        <p:txBody>
          <a:bodyPr lIns="0"/>
          <a:lstStyle>
            <a:lvl1pPr>
              <a:defRPr sz="2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6CBC89-780D-6F43-A4AF-E4A7285D6779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49612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1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 userDrawn="1"/>
        </p:nvSpPr>
        <p:spPr bwMode="auto">
          <a:xfrm>
            <a:off x="1" y="6497638"/>
            <a:ext cx="12187767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5" name="Textfeld 2"/>
          <p:cNvSpPr txBox="1">
            <a:spLocks noChangeArrowheads="1"/>
          </p:cNvSpPr>
          <p:nvPr userDrawn="1"/>
        </p:nvSpPr>
        <p:spPr bwMode="auto">
          <a:xfrm>
            <a:off x="7727951" y="6548438"/>
            <a:ext cx="2882900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Aly Elbermawy</a:t>
            </a:r>
            <a:endParaRPr lang="de-DE" sz="1100" dirty="0">
              <a:solidFill>
                <a:schemeClr val="bg1"/>
              </a:solidFill>
              <a:latin typeface="Arial" charset="0"/>
              <a:ea typeface="+mn-ea"/>
            </a:endParaRPr>
          </a:p>
        </p:txBody>
      </p:sp>
      <p:sp>
        <p:nvSpPr>
          <p:cNvPr id="6" name="Textfeld 3"/>
          <p:cNvSpPr txBox="1">
            <a:spLocks noChangeArrowheads="1"/>
          </p:cNvSpPr>
          <p:nvPr userDrawn="1"/>
        </p:nvSpPr>
        <p:spPr bwMode="auto">
          <a:xfrm>
            <a:off x="10608734" y="6548438"/>
            <a:ext cx="768351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Seite</a:t>
            </a:r>
          </a:p>
        </p:txBody>
      </p:sp>
      <p:pic>
        <p:nvPicPr>
          <p:cNvPr id="7" name="Grafik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84" y="6599238"/>
            <a:ext cx="1921933" cy="12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>
            <a:spLocks noChangeArrowheads="1"/>
          </p:cNvSpPr>
          <p:nvPr userDrawn="1"/>
        </p:nvSpPr>
        <p:spPr bwMode="auto">
          <a:xfrm>
            <a:off x="431800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9" name="Rectangle 10"/>
          <p:cNvSpPr>
            <a:spLocks noChangeArrowheads="1"/>
          </p:cNvSpPr>
          <p:nvPr userDrawn="1"/>
        </p:nvSpPr>
        <p:spPr bwMode="auto">
          <a:xfrm>
            <a:off x="3310467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>
            <a:off x="6191251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9069917" y="2114574"/>
            <a:ext cx="2616200" cy="1962150"/>
          </a:xfrm>
          <a:prstGeom prst="rect">
            <a:avLst/>
          </a:prstGeom>
          <a:solidFill>
            <a:srgbClr val="80BA24"/>
          </a:solidFill>
          <a:ln w="6350">
            <a:solidFill>
              <a:srgbClr val="80BA24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2" name="Rectangle 13"/>
          <p:cNvSpPr>
            <a:spLocks noChangeArrowheads="1"/>
          </p:cNvSpPr>
          <p:nvPr userDrawn="1"/>
        </p:nvSpPr>
        <p:spPr bwMode="auto">
          <a:xfrm>
            <a:off x="431800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3" name="Rectangle 14"/>
          <p:cNvSpPr>
            <a:spLocks noChangeArrowheads="1"/>
          </p:cNvSpPr>
          <p:nvPr userDrawn="1"/>
        </p:nvSpPr>
        <p:spPr bwMode="auto">
          <a:xfrm>
            <a:off x="3310467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4" name="Rectangle 15"/>
          <p:cNvSpPr>
            <a:spLocks noChangeArrowheads="1"/>
          </p:cNvSpPr>
          <p:nvPr userDrawn="1"/>
        </p:nvSpPr>
        <p:spPr bwMode="auto">
          <a:xfrm>
            <a:off x="6191251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5" name="Rectangle 16"/>
          <p:cNvSpPr>
            <a:spLocks noChangeArrowheads="1"/>
          </p:cNvSpPr>
          <p:nvPr userDrawn="1"/>
        </p:nvSpPr>
        <p:spPr bwMode="auto">
          <a:xfrm>
            <a:off x="9069917" y="4275162"/>
            <a:ext cx="2616200" cy="1962150"/>
          </a:xfrm>
          <a:prstGeom prst="rect">
            <a:avLst/>
          </a:prstGeom>
          <a:solidFill>
            <a:srgbClr val="80BA24"/>
          </a:solidFill>
          <a:ln w="6350">
            <a:solidFill>
              <a:srgbClr val="80BA24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32001" y="1080000"/>
            <a:ext cx="11323407" cy="576000"/>
          </a:xfrm>
        </p:spPr>
        <p:txBody>
          <a:bodyPr l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6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477509-71AF-1442-AA36-4D80324E8263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431801" y="1620001"/>
            <a:ext cx="11324167" cy="492986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altLang="de-DE" sz="1800" dirty="0">
                <a:latin typeface="Arial" charset="0"/>
                <a:ea typeface="MS PGothic" charset="-128"/>
                <a:cs typeface="Arial" charset="0"/>
              </a:rPr>
              <a:t>Textfeld</a:t>
            </a:r>
            <a:endParaRPr lang="de-DE" dirty="0"/>
          </a:p>
        </p:txBody>
      </p:sp>
      <p:sp>
        <p:nvSpPr>
          <p:cNvPr id="19" name="Textplatzhalter 18"/>
          <p:cNvSpPr>
            <a:spLocks noGrp="1"/>
          </p:cNvSpPr>
          <p:nvPr>
            <p:ph type="body" sz="quarter" idx="12"/>
          </p:nvPr>
        </p:nvSpPr>
        <p:spPr>
          <a:xfrm>
            <a:off x="719667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0" name="Textplatzhalter 18"/>
          <p:cNvSpPr>
            <a:spLocks noGrp="1"/>
          </p:cNvSpPr>
          <p:nvPr>
            <p:ph type="body" sz="quarter" idx="13"/>
          </p:nvPr>
        </p:nvSpPr>
        <p:spPr>
          <a:xfrm>
            <a:off x="3600000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1" name="Textplatzhalter 18"/>
          <p:cNvSpPr>
            <a:spLocks noGrp="1"/>
          </p:cNvSpPr>
          <p:nvPr>
            <p:ph type="body" sz="quarter" idx="14"/>
          </p:nvPr>
        </p:nvSpPr>
        <p:spPr>
          <a:xfrm>
            <a:off x="6480000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2" name="Textplatzhalter 18"/>
          <p:cNvSpPr>
            <a:spLocks noGrp="1"/>
          </p:cNvSpPr>
          <p:nvPr>
            <p:ph type="body" sz="quarter" idx="15"/>
          </p:nvPr>
        </p:nvSpPr>
        <p:spPr>
          <a:xfrm>
            <a:off x="72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3" name="Textplatzhalter 18"/>
          <p:cNvSpPr>
            <a:spLocks noGrp="1"/>
          </p:cNvSpPr>
          <p:nvPr>
            <p:ph type="body" sz="quarter" idx="16"/>
          </p:nvPr>
        </p:nvSpPr>
        <p:spPr>
          <a:xfrm>
            <a:off x="360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4" name="Textplatzhalter 18"/>
          <p:cNvSpPr>
            <a:spLocks noGrp="1"/>
          </p:cNvSpPr>
          <p:nvPr>
            <p:ph type="body" sz="quarter" idx="17"/>
          </p:nvPr>
        </p:nvSpPr>
        <p:spPr>
          <a:xfrm>
            <a:off x="648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5" name="Textplatzhalter 24"/>
          <p:cNvSpPr>
            <a:spLocks noGrp="1"/>
          </p:cNvSpPr>
          <p:nvPr>
            <p:ph type="body" sz="quarter" idx="18" hasCustomPrompt="1"/>
          </p:nvPr>
        </p:nvSpPr>
        <p:spPr>
          <a:xfrm>
            <a:off x="719668" y="2700000"/>
            <a:ext cx="2015960" cy="1161048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6" name="Textplatzhalter 24"/>
          <p:cNvSpPr>
            <a:spLocks noGrp="1"/>
          </p:cNvSpPr>
          <p:nvPr>
            <p:ph type="body" sz="quarter" idx="19" hasCustomPrompt="1"/>
          </p:nvPr>
        </p:nvSpPr>
        <p:spPr>
          <a:xfrm>
            <a:off x="3600000" y="2700000"/>
            <a:ext cx="2279760" cy="1161048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7" name="Textplatzhalt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6480000" y="270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8" name="Textplatzhalt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719667" y="4896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9" name="Textplatzhalt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3600000" y="486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30" name="Textplatzhalter 24"/>
          <p:cNvSpPr>
            <a:spLocks noGrp="1"/>
          </p:cNvSpPr>
          <p:nvPr>
            <p:ph type="body" sz="quarter" idx="23" hasCustomPrompt="1"/>
          </p:nvPr>
        </p:nvSpPr>
        <p:spPr>
          <a:xfrm>
            <a:off x="6480000" y="486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</p:spTree>
    <p:extLst>
      <p:ext uri="{BB962C8B-B14F-4D97-AF65-F5344CB8AC3E}">
        <p14:creationId xmlns:p14="http://schemas.microsoft.com/office/powerpoint/2010/main" val="15659439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 userDrawn="1"/>
        </p:nvSpPr>
        <p:spPr bwMode="auto">
          <a:xfrm>
            <a:off x="1" y="6497638"/>
            <a:ext cx="12187767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5" name="Textfeld 2"/>
          <p:cNvSpPr txBox="1">
            <a:spLocks noChangeArrowheads="1"/>
          </p:cNvSpPr>
          <p:nvPr userDrawn="1"/>
        </p:nvSpPr>
        <p:spPr bwMode="auto">
          <a:xfrm>
            <a:off x="7727951" y="6548438"/>
            <a:ext cx="2882900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Aly Elbermawy</a:t>
            </a:r>
            <a:endParaRPr lang="de-DE" sz="1100" dirty="0">
              <a:solidFill>
                <a:schemeClr val="bg1"/>
              </a:solidFill>
              <a:latin typeface="Arial" charset="0"/>
              <a:ea typeface="+mn-ea"/>
            </a:endParaRPr>
          </a:p>
        </p:txBody>
      </p:sp>
      <p:sp>
        <p:nvSpPr>
          <p:cNvPr id="6" name="Textfeld 3"/>
          <p:cNvSpPr txBox="1">
            <a:spLocks noChangeArrowheads="1"/>
          </p:cNvSpPr>
          <p:nvPr userDrawn="1"/>
        </p:nvSpPr>
        <p:spPr bwMode="auto">
          <a:xfrm>
            <a:off x="10608734" y="6548438"/>
            <a:ext cx="768351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Seite</a:t>
            </a:r>
          </a:p>
        </p:txBody>
      </p:sp>
      <p:pic>
        <p:nvPicPr>
          <p:cNvPr id="7" name="Grafik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84" y="6599238"/>
            <a:ext cx="1921933" cy="12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>
            <a:spLocks noChangeArrowheads="1"/>
          </p:cNvSpPr>
          <p:nvPr userDrawn="1"/>
        </p:nvSpPr>
        <p:spPr bwMode="auto">
          <a:xfrm>
            <a:off x="431800" y="2114574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9" name="Rectangle 10"/>
          <p:cNvSpPr>
            <a:spLocks noChangeArrowheads="1"/>
          </p:cNvSpPr>
          <p:nvPr userDrawn="1"/>
        </p:nvSpPr>
        <p:spPr bwMode="auto">
          <a:xfrm>
            <a:off x="3310467" y="2114574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>
            <a:off x="6191251" y="2114574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9069917" y="2114574"/>
            <a:ext cx="2616200" cy="1962150"/>
          </a:xfrm>
          <a:prstGeom prst="rect">
            <a:avLst/>
          </a:prstGeom>
          <a:solidFill>
            <a:srgbClr val="80BA24"/>
          </a:solidFill>
          <a:ln w="6350">
            <a:solidFill>
              <a:srgbClr val="80BA24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2" name="Rectangle 13"/>
          <p:cNvSpPr>
            <a:spLocks noChangeArrowheads="1"/>
          </p:cNvSpPr>
          <p:nvPr userDrawn="1"/>
        </p:nvSpPr>
        <p:spPr bwMode="auto">
          <a:xfrm>
            <a:off x="431800" y="4275162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3" name="Rectangle 14"/>
          <p:cNvSpPr>
            <a:spLocks noChangeArrowheads="1"/>
          </p:cNvSpPr>
          <p:nvPr userDrawn="1"/>
        </p:nvSpPr>
        <p:spPr bwMode="auto">
          <a:xfrm>
            <a:off x="3310467" y="4275162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4" name="Rectangle 15"/>
          <p:cNvSpPr>
            <a:spLocks noChangeArrowheads="1"/>
          </p:cNvSpPr>
          <p:nvPr userDrawn="1"/>
        </p:nvSpPr>
        <p:spPr bwMode="auto">
          <a:xfrm>
            <a:off x="6191251" y="4275162"/>
            <a:ext cx="2616200" cy="1962150"/>
          </a:xfrm>
          <a:prstGeom prst="rect">
            <a:avLst/>
          </a:prstGeom>
          <a:noFill/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5" name="Rectangle 16"/>
          <p:cNvSpPr>
            <a:spLocks noChangeArrowheads="1"/>
          </p:cNvSpPr>
          <p:nvPr userDrawn="1"/>
        </p:nvSpPr>
        <p:spPr bwMode="auto">
          <a:xfrm>
            <a:off x="9069917" y="4275162"/>
            <a:ext cx="2616200" cy="1962150"/>
          </a:xfrm>
          <a:prstGeom prst="rect">
            <a:avLst/>
          </a:prstGeom>
          <a:solidFill>
            <a:srgbClr val="80BA24"/>
          </a:solidFill>
          <a:ln w="6350">
            <a:solidFill>
              <a:srgbClr val="80BA24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32001" y="1080000"/>
            <a:ext cx="11323407" cy="576000"/>
          </a:xfrm>
        </p:spPr>
        <p:txBody>
          <a:bodyPr lIns="0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4B7358-837F-F449-96D9-6AA1275CBD5B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431801" y="1620001"/>
            <a:ext cx="11324167" cy="29683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altLang="de-DE" sz="1800" dirty="0">
                <a:latin typeface="Arial" charset="0"/>
                <a:ea typeface="MS PGothic" charset="-128"/>
                <a:cs typeface="Arial" charset="0"/>
              </a:rPr>
              <a:t>Textfeld</a:t>
            </a:r>
            <a:endParaRPr lang="de-DE" dirty="0"/>
          </a:p>
        </p:txBody>
      </p:sp>
      <p:sp>
        <p:nvSpPr>
          <p:cNvPr id="19" name="Textplatzhalter 18"/>
          <p:cNvSpPr>
            <a:spLocks noGrp="1"/>
          </p:cNvSpPr>
          <p:nvPr>
            <p:ph type="body" sz="quarter" idx="12"/>
          </p:nvPr>
        </p:nvSpPr>
        <p:spPr>
          <a:xfrm>
            <a:off x="719667" y="227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  <p:sp>
        <p:nvSpPr>
          <p:cNvPr id="20" name="Textplatzhalter 18"/>
          <p:cNvSpPr>
            <a:spLocks noGrp="1"/>
          </p:cNvSpPr>
          <p:nvPr>
            <p:ph type="body" sz="quarter" idx="13"/>
          </p:nvPr>
        </p:nvSpPr>
        <p:spPr>
          <a:xfrm>
            <a:off x="3600000" y="227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  <p:sp>
        <p:nvSpPr>
          <p:cNvPr id="21" name="Textplatzhalter 18"/>
          <p:cNvSpPr>
            <a:spLocks noGrp="1"/>
          </p:cNvSpPr>
          <p:nvPr>
            <p:ph type="body" sz="quarter" idx="14"/>
          </p:nvPr>
        </p:nvSpPr>
        <p:spPr>
          <a:xfrm>
            <a:off x="6480000" y="227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  <p:sp>
        <p:nvSpPr>
          <p:cNvPr id="22" name="Textplatzhalter 18"/>
          <p:cNvSpPr>
            <a:spLocks noGrp="1"/>
          </p:cNvSpPr>
          <p:nvPr>
            <p:ph type="body" sz="quarter" idx="15"/>
          </p:nvPr>
        </p:nvSpPr>
        <p:spPr>
          <a:xfrm>
            <a:off x="720000" y="443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  <p:sp>
        <p:nvSpPr>
          <p:cNvPr id="23" name="Textplatzhalter 18"/>
          <p:cNvSpPr>
            <a:spLocks noGrp="1"/>
          </p:cNvSpPr>
          <p:nvPr>
            <p:ph type="body" sz="quarter" idx="16"/>
          </p:nvPr>
        </p:nvSpPr>
        <p:spPr>
          <a:xfrm>
            <a:off x="3600000" y="443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  <p:sp>
        <p:nvSpPr>
          <p:cNvPr id="24" name="Textplatzhalter 18"/>
          <p:cNvSpPr>
            <a:spLocks noGrp="1"/>
          </p:cNvSpPr>
          <p:nvPr>
            <p:ph type="body" sz="quarter" idx="17"/>
          </p:nvPr>
        </p:nvSpPr>
        <p:spPr>
          <a:xfrm>
            <a:off x="6507781" y="4435200"/>
            <a:ext cx="2015960" cy="1009784"/>
          </a:xfrm>
        </p:spPr>
        <p:txBody>
          <a:bodyPr/>
          <a:lstStyle>
            <a:lvl1pPr marL="0" indent="0">
              <a:buFontTx/>
              <a:buNone/>
              <a:defRPr sz="1600" b="1"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085627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 userDrawn="1"/>
        </p:nvSpPr>
        <p:spPr bwMode="auto">
          <a:xfrm>
            <a:off x="1" y="6497638"/>
            <a:ext cx="12187767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5" name="Textfeld 2"/>
          <p:cNvSpPr txBox="1">
            <a:spLocks noChangeArrowheads="1"/>
          </p:cNvSpPr>
          <p:nvPr userDrawn="1"/>
        </p:nvSpPr>
        <p:spPr bwMode="auto">
          <a:xfrm>
            <a:off x="7727951" y="6548438"/>
            <a:ext cx="2882900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Aly Elbermawy</a:t>
            </a:r>
            <a:endParaRPr lang="de-DE" sz="1100" dirty="0">
              <a:solidFill>
                <a:schemeClr val="bg1"/>
              </a:solidFill>
              <a:latin typeface="Arial" charset="0"/>
              <a:ea typeface="+mn-ea"/>
            </a:endParaRPr>
          </a:p>
        </p:txBody>
      </p:sp>
      <p:sp>
        <p:nvSpPr>
          <p:cNvPr id="6" name="Textfeld 3"/>
          <p:cNvSpPr txBox="1">
            <a:spLocks noChangeArrowheads="1"/>
          </p:cNvSpPr>
          <p:nvPr userDrawn="1"/>
        </p:nvSpPr>
        <p:spPr bwMode="auto">
          <a:xfrm>
            <a:off x="10608734" y="6548438"/>
            <a:ext cx="768351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Seite</a:t>
            </a:r>
          </a:p>
        </p:txBody>
      </p:sp>
      <p:pic>
        <p:nvPicPr>
          <p:cNvPr id="7" name="Grafik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484" y="6599238"/>
            <a:ext cx="1921933" cy="12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>
            <a:spLocks noChangeArrowheads="1"/>
          </p:cNvSpPr>
          <p:nvPr userDrawn="1"/>
        </p:nvSpPr>
        <p:spPr bwMode="auto">
          <a:xfrm>
            <a:off x="431800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9" name="Rectangle 10"/>
          <p:cNvSpPr>
            <a:spLocks noChangeArrowheads="1"/>
          </p:cNvSpPr>
          <p:nvPr userDrawn="1"/>
        </p:nvSpPr>
        <p:spPr bwMode="auto">
          <a:xfrm>
            <a:off x="3310467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0" name="Rectangle 11"/>
          <p:cNvSpPr>
            <a:spLocks noChangeArrowheads="1"/>
          </p:cNvSpPr>
          <p:nvPr userDrawn="1"/>
        </p:nvSpPr>
        <p:spPr bwMode="auto">
          <a:xfrm>
            <a:off x="6191251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1" name="Rectangle 12"/>
          <p:cNvSpPr>
            <a:spLocks noChangeArrowheads="1"/>
          </p:cNvSpPr>
          <p:nvPr userDrawn="1"/>
        </p:nvSpPr>
        <p:spPr bwMode="auto">
          <a:xfrm>
            <a:off x="9069917" y="2114574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2" name="Rectangle 13"/>
          <p:cNvSpPr>
            <a:spLocks noChangeArrowheads="1"/>
          </p:cNvSpPr>
          <p:nvPr userDrawn="1"/>
        </p:nvSpPr>
        <p:spPr bwMode="auto">
          <a:xfrm>
            <a:off x="431800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3" name="Rectangle 14"/>
          <p:cNvSpPr>
            <a:spLocks noChangeArrowheads="1"/>
          </p:cNvSpPr>
          <p:nvPr userDrawn="1"/>
        </p:nvSpPr>
        <p:spPr bwMode="auto">
          <a:xfrm>
            <a:off x="3310467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4" name="Rectangle 15"/>
          <p:cNvSpPr>
            <a:spLocks noChangeArrowheads="1"/>
          </p:cNvSpPr>
          <p:nvPr userDrawn="1"/>
        </p:nvSpPr>
        <p:spPr bwMode="auto">
          <a:xfrm>
            <a:off x="6191251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15" name="Rectangle 16"/>
          <p:cNvSpPr>
            <a:spLocks noChangeArrowheads="1"/>
          </p:cNvSpPr>
          <p:nvPr userDrawn="1"/>
        </p:nvSpPr>
        <p:spPr bwMode="auto">
          <a:xfrm>
            <a:off x="9069917" y="4275162"/>
            <a:ext cx="2616200" cy="1962150"/>
          </a:xfrm>
          <a:prstGeom prst="rect">
            <a:avLst/>
          </a:prstGeom>
          <a:solidFill>
            <a:srgbClr val="4A5C66"/>
          </a:solidFill>
          <a:ln w="6350">
            <a:solidFill>
              <a:srgbClr val="4A5C66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32001" y="1080000"/>
            <a:ext cx="11323407" cy="576000"/>
          </a:xfrm>
        </p:spPr>
        <p:txBody>
          <a:bodyPr lIns="0"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477509-71AF-1442-AA36-4D80324E8263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11" hasCustomPrompt="1"/>
          </p:nvPr>
        </p:nvSpPr>
        <p:spPr>
          <a:xfrm>
            <a:off x="431801" y="1620001"/>
            <a:ext cx="11324167" cy="6810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altLang="de-DE" sz="1800" dirty="0">
                <a:latin typeface="Arial" charset="0"/>
                <a:ea typeface="MS PGothic" charset="-128"/>
                <a:cs typeface="Arial" charset="0"/>
              </a:rPr>
              <a:t>Textfeld</a:t>
            </a:r>
            <a:endParaRPr lang="de-DE" dirty="0"/>
          </a:p>
        </p:txBody>
      </p:sp>
      <p:sp>
        <p:nvSpPr>
          <p:cNvPr id="20" name="Textplatzhalter 18"/>
          <p:cNvSpPr>
            <a:spLocks noGrp="1"/>
          </p:cNvSpPr>
          <p:nvPr>
            <p:ph type="body" sz="quarter" idx="12"/>
          </p:nvPr>
        </p:nvSpPr>
        <p:spPr>
          <a:xfrm>
            <a:off x="719667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1" name="Textplatzhalter 24"/>
          <p:cNvSpPr>
            <a:spLocks noGrp="1"/>
          </p:cNvSpPr>
          <p:nvPr>
            <p:ph type="body" sz="quarter" idx="18" hasCustomPrompt="1"/>
          </p:nvPr>
        </p:nvSpPr>
        <p:spPr>
          <a:xfrm>
            <a:off x="719668" y="2700000"/>
            <a:ext cx="2015960" cy="1161048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2" name="Textplatzhalter 18"/>
          <p:cNvSpPr>
            <a:spLocks noGrp="1"/>
          </p:cNvSpPr>
          <p:nvPr>
            <p:ph type="body" sz="quarter" idx="13"/>
          </p:nvPr>
        </p:nvSpPr>
        <p:spPr>
          <a:xfrm>
            <a:off x="3600000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3" name="Textplatzhalter 24"/>
          <p:cNvSpPr>
            <a:spLocks noGrp="1"/>
          </p:cNvSpPr>
          <p:nvPr>
            <p:ph type="body" sz="quarter" idx="19" hasCustomPrompt="1"/>
          </p:nvPr>
        </p:nvSpPr>
        <p:spPr>
          <a:xfrm>
            <a:off x="3600000" y="2700000"/>
            <a:ext cx="2279760" cy="1161048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4" name="Textplatzhalter 18"/>
          <p:cNvSpPr>
            <a:spLocks noGrp="1"/>
          </p:cNvSpPr>
          <p:nvPr>
            <p:ph type="body" sz="quarter" idx="14"/>
          </p:nvPr>
        </p:nvSpPr>
        <p:spPr>
          <a:xfrm>
            <a:off x="6480000" y="227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5" name="Textplatzhalt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6480000" y="270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6" name="Textplatzhalter 18"/>
          <p:cNvSpPr>
            <a:spLocks noGrp="1"/>
          </p:cNvSpPr>
          <p:nvPr>
            <p:ph type="body" sz="quarter" idx="21"/>
          </p:nvPr>
        </p:nvSpPr>
        <p:spPr>
          <a:xfrm>
            <a:off x="9361124" y="2271781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7" name="Textplatzhalt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9361124" y="2696581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28" name="Textplatzhalter 18"/>
          <p:cNvSpPr>
            <a:spLocks noGrp="1"/>
          </p:cNvSpPr>
          <p:nvPr>
            <p:ph type="body" sz="quarter" idx="15"/>
          </p:nvPr>
        </p:nvSpPr>
        <p:spPr>
          <a:xfrm>
            <a:off x="72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29" name="Textplatzhalter 24"/>
          <p:cNvSpPr>
            <a:spLocks noGrp="1"/>
          </p:cNvSpPr>
          <p:nvPr>
            <p:ph type="body" sz="quarter" idx="23" hasCustomPrompt="1"/>
          </p:nvPr>
        </p:nvSpPr>
        <p:spPr>
          <a:xfrm>
            <a:off x="719667" y="4896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30" name="Textplatzhalter 18"/>
          <p:cNvSpPr>
            <a:spLocks noGrp="1"/>
          </p:cNvSpPr>
          <p:nvPr>
            <p:ph type="body" sz="quarter" idx="16"/>
          </p:nvPr>
        </p:nvSpPr>
        <p:spPr>
          <a:xfrm>
            <a:off x="360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31" name="Textplatzhalter 24"/>
          <p:cNvSpPr>
            <a:spLocks noGrp="1"/>
          </p:cNvSpPr>
          <p:nvPr>
            <p:ph type="body" sz="quarter" idx="24" hasCustomPrompt="1"/>
          </p:nvPr>
        </p:nvSpPr>
        <p:spPr>
          <a:xfrm>
            <a:off x="3600000" y="486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32" name="Textplatzhalter 18"/>
          <p:cNvSpPr>
            <a:spLocks noGrp="1"/>
          </p:cNvSpPr>
          <p:nvPr>
            <p:ph type="body" sz="quarter" idx="17"/>
          </p:nvPr>
        </p:nvSpPr>
        <p:spPr>
          <a:xfrm>
            <a:off x="6480000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33" name="Textplatzhalter 24"/>
          <p:cNvSpPr>
            <a:spLocks noGrp="1"/>
          </p:cNvSpPr>
          <p:nvPr>
            <p:ph type="body" sz="quarter" idx="25" hasCustomPrompt="1"/>
          </p:nvPr>
        </p:nvSpPr>
        <p:spPr>
          <a:xfrm>
            <a:off x="6480000" y="486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  <p:sp>
        <p:nvSpPr>
          <p:cNvPr id="34" name="Textplatzhalter 18"/>
          <p:cNvSpPr>
            <a:spLocks noGrp="1"/>
          </p:cNvSpPr>
          <p:nvPr>
            <p:ph type="body" sz="quarter" idx="26"/>
          </p:nvPr>
        </p:nvSpPr>
        <p:spPr>
          <a:xfrm>
            <a:off x="9361124" y="4435200"/>
            <a:ext cx="2015960" cy="649744"/>
          </a:xfrm>
        </p:spPr>
        <p:txBody>
          <a:bodyPr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endParaRPr lang="de-DE" dirty="0"/>
          </a:p>
        </p:txBody>
      </p:sp>
      <p:sp>
        <p:nvSpPr>
          <p:cNvPr id="35" name="Textplatzhalter 24"/>
          <p:cNvSpPr>
            <a:spLocks noGrp="1"/>
          </p:cNvSpPr>
          <p:nvPr>
            <p:ph type="body" sz="quarter" idx="27" hasCustomPrompt="1"/>
          </p:nvPr>
        </p:nvSpPr>
        <p:spPr>
          <a:xfrm>
            <a:off x="9361124" y="4860000"/>
            <a:ext cx="2015960" cy="1161048"/>
          </a:xfrm>
        </p:spPr>
        <p:txBody>
          <a:bodyPr/>
          <a:lstStyle>
            <a:lvl1pPr marL="0" indent="0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pPr marL="266700" marR="0" lvl="0" indent="-2667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0BA24"/>
              </a:buClr>
              <a:buSzPct val="106000"/>
              <a:buFont typeface="Wingdings" charset="2"/>
              <a:buNone/>
              <a:tabLst/>
              <a:defRPr/>
            </a:pPr>
            <a:r>
              <a:rPr lang="de-DE" dirty="0"/>
              <a:t>Text hinzufügen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32001" y="1080000"/>
            <a:ext cx="11323407" cy="576000"/>
          </a:xfrm>
        </p:spPr>
        <p:txBody>
          <a:bodyPr lIns="0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32000" y="1620000"/>
            <a:ext cx="5444144" cy="461728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55895" y="1620000"/>
            <a:ext cx="5408724" cy="4617288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315162-6469-F349-9026-AA5216DF4595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9121988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ufzählungsfeld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1"/>
          </p:nvPr>
        </p:nvSpPr>
        <p:spPr>
          <a:xfrm>
            <a:off x="8132234" y="1620001"/>
            <a:ext cx="3526367" cy="4617288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32000" y="1620000"/>
            <a:ext cx="7512787" cy="4617288"/>
          </a:xfrm>
        </p:spPr>
        <p:txBody>
          <a:bodyPr lIns="0"/>
          <a:lstStyle>
            <a:lvl1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1pPr>
            <a:lvl2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2pPr>
            <a:lvl3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3pPr>
            <a:lvl4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4pPr>
            <a:lvl5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432000" y="1080000"/>
            <a:ext cx="11227200" cy="576000"/>
          </a:xfrm>
        </p:spPr>
        <p:txBody>
          <a:bodyPr lIns="0"/>
          <a:lstStyle>
            <a:lvl1pPr>
              <a:defRPr sz="2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6CBC89-780D-6F43-A4AF-E4A7285D6779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71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eld+Aufzählungsfeld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/>
          <p:cNvSpPr>
            <a:spLocks noGrp="1"/>
          </p:cNvSpPr>
          <p:nvPr>
            <p:ph type="pic" sz="quarter" idx="11"/>
          </p:nvPr>
        </p:nvSpPr>
        <p:spPr>
          <a:xfrm>
            <a:off x="8132234" y="1620001"/>
            <a:ext cx="3526367" cy="4617288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32000" y="3060000"/>
            <a:ext cx="7512787" cy="3177288"/>
          </a:xfrm>
        </p:spPr>
        <p:txBody>
          <a:bodyPr lIns="0"/>
          <a:lstStyle>
            <a:lvl1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1pPr>
            <a:lvl2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2pPr>
            <a:lvl3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3pPr>
            <a:lvl4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4pPr>
            <a:lvl5pPr>
              <a:defRPr sz="1800">
                <a:solidFill>
                  <a:srgbClr val="4A5C66"/>
                </a:solidFill>
                <a:latin typeface="Arial" pitchFamily="34" charset="0"/>
                <a:cs typeface="Arial" pitchFamily="34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432000" y="1080000"/>
            <a:ext cx="11227200" cy="576000"/>
          </a:xfrm>
        </p:spPr>
        <p:txBody>
          <a:bodyPr lIns="0"/>
          <a:lstStyle>
            <a:lvl1pPr>
              <a:defRPr sz="2200"/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6CBC89-780D-6F43-A4AF-E4A7285D6779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12"/>
          </p:nvPr>
        </p:nvSpPr>
        <p:spPr>
          <a:xfrm>
            <a:off x="431799" y="1620001"/>
            <a:ext cx="8352500" cy="1431925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svg"/><Relationship Id="rId20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/>
          <p:cNvSpPr>
            <a:spLocks noGrp="1"/>
          </p:cNvSpPr>
          <p:nvPr>
            <p:ph type="title"/>
          </p:nvPr>
        </p:nvSpPr>
        <p:spPr bwMode="auto">
          <a:xfrm>
            <a:off x="432001" y="1080000"/>
            <a:ext cx="11324167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45720" rIns="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Titelmasterformat durch Klicken bearbeiten</a:t>
            </a:r>
          </a:p>
        </p:txBody>
      </p:sp>
      <p:sp>
        <p:nvSpPr>
          <p:cNvPr id="1027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32000" y="1620001"/>
            <a:ext cx="11330517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28" name="Rectangle 5"/>
          <p:cNvSpPr>
            <a:spLocks noChangeArrowheads="1"/>
          </p:cNvSpPr>
          <p:nvPr userDrawn="1"/>
        </p:nvSpPr>
        <p:spPr bwMode="auto">
          <a:xfrm>
            <a:off x="1" y="6497638"/>
            <a:ext cx="12187767" cy="360362"/>
          </a:xfrm>
          <a:prstGeom prst="rect">
            <a:avLst/>
          </a:prstGeom>
          <a:solidFill>
            <a:srgbClr val="4A5C66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Calibri" pitchFamily="34" charset="0"/>
                <a:ea typeface="MS PGothic" pitchFamily="34" charset="-128"/>
              </a:defRPr>
            </a:lvl9pPr>
          </a:lstStyle>
          <a:p>
            <a:pPr eaLnBrk="1" hangingPunct="1">
              <a:defRPr/>
            </a:pPr>
            <a:endParaRPr lang="de-DE" altLang="de-DE" sz="1800">
              <a:cs typeface="Arial" pitchFamily="34" charset="0"/>
            </a:endParaRP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84467" y="6546850"/>
            <a:ext cx="637117" cy="26670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100">
                <a:solidFill>
                  <a:schemeClr val="bg1"/>
                </a:solidFill>
                <a:latin typeface="Arial" charset="0"/>
              </a:defRPr>
            </a:lvl1pPr>
          </a:lstStyle>
          <a:p>
            <a:pPr>
              <a:defRPr/>
            </a:pPr>
            <a:fld id="{2866142A-AFED-1443-8B06-6463BAB2C889}" type="slidenum">
              <a:rPr lang="de-DE" altLang="de-DE"/>
              <a:pPr>
                <a:defRPr/>
              </a:pPr>
              <a:t>‹Nr.›</a:t>
            </a:fld>
            <a:endParaRPr lang="de-DE" altLang="de-DE"/>
          </a:p>
        </p:txBody>
      </p:sp>
      <p:sp>
        <p:nvSpPr>
          <p:cNvPr id="1032" name="Textfeld 2"/>
          <p:cNvSpPr txBox="1">
            <a:spLocks noChangeArrowheads="1"/>
          </p:cNvSpPr>
          <p:nvPr userDrawn="1"/>
        </p:nvSpPr>
        <p:spPr bwMode="auto">
          <a:xfrm>
            <a:off x="7727951" y="6548438"/>
            <a:ext cx="2882900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Aly Elbermawy</a:t>
            </a:r>
            <a:endParaRPr lang="de-DE" sz="1100" dirty="0">
              <a:solidFill>
                <a:schemeClr val="bg1"/>
              </a:solidFill>
              <a:latin typeface="Arial" charset="0"/>
              <a:ea typeface="+mn-ea"/>
            </a:endParaRPr>
          </a:p>
        </p:txBody>
      </p:sp>
      <p:sp>
        <p:nvSpPr>
          <p:cNvPr id="1033" name="Textfeld 3"/>
          <p:cNvSpPr txBox="1">
            <a:spLocks noChangeArrowheads="1"/>
          </p:cNvSpPr>
          <p:nvPr userDrawn="1"/>
        </p:nvSpPr>
        <p:spPr bwMode="auto">
          <a:xfrm>
            <a:off x="10608734" y="6548438"/>
            <a:ext cx="768351" cy="266700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r>
              <a:rPr lang="de-DE" sz="1100">
                <a:solidFill>
                  <a:schemeClr val="bg1"/>
                </a:solidFill>
                <a:latin typeface="Arial" charset="0"/>
                <a:ea typeface="+mn-ea"/>
              </a:rPr>
              <a:t>Seite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4D50FC33-BA03-D341-83A0-35E637362E2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442800" y="360000"/>
            <a:ext cx="4260555" cy="54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C572C864-C096-EE45-8500-19995A117EE6}"/>
              </a:ext>
            </a:extLst>
          </p:cNvPr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432000" y="6625975"/>
            <a:ext cx="1976118" cy="10400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414" r:id="rId1"/>
    <p:sldLayoutId id="2147484427" r:id="rId2"/>
    <p:sldLayoutId id="2147484413" r:id="rId3"/>
    <p:sldLayoutId id="2147484415" r:id="rId4"/>
    <p:sldLayoutId id="2147484405" r:id="rId5"/>
    <p:sldLayoutId id="2147484426" r:id="rId6"/>
    <p:sldLayoutId id="2147484423" r:id="rId7"/>
    <p:sldLayoutId id="2147484420" r:id="rId8"/>
    <p:sldLayoutId id="2147484421" r:id="rId9"/>
    <p:sldLayoutId id="2147484406" r:id="rId10"/>
    <p:sldLayoutId id="2147484416" r:id="rId11"/>
    <p:sldLayoutId id="2147484417" r:id="rId12"/>
    <p:sldLayoutId id="2147484424" r:id="rId13"/>
    <p:sldLayoutId id="2147484407" r:id="rId14"/>
    <p:sldLayoutId id="2147484425" r:id="rId15"/>
    <p:sldLayoutId id="214748442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200" b="1" kern="1200">
          <a:solidFill>
            <a:srgbClr val="4A5C66"/>
          </a:solidFill>
          <a:latin typeface="Arial" pitchFamily="34" charset="0"/>
          <a:ea typeface="MS PGothic" pitchFamily="34" charset="-128"/>
          <a:cs typeface="Arial" pitchFamily="34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4A5C66"/>
          </a:solidFill>
          <a:latin typeface="Arial" charset="0"/>
          <a:ea typeface="MS PGothic" pitchFamily="34" charset="-128"/>
          <a:cs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4A5C66"/>
          </a:solidFill>
          <a:latin typeface="Arial" charset="0"/>
          <a:ea typeface="MS PGothic" pitchFamily="34" charset="-128"/>
          <a:cs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4A5C66"/>
          </a:solidFill>
          <a:latin typeface="Arial" charset="0"/>
          <a:ea typeface="MS PGothic" pitchFamily="34" charset="-128"/>
          <a:cs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rgbClr val="4A5C66"/>
          </a:solidFill>
          <a:latin typeface="Arial" charset="0"/>
          <a:ea typeface="MS PGothic" pitchFamily="34" charset="-128"/>
          <a:cs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285750" indent="-285750" algn="l" rtl="0" eaLnBrk="1" fontAlgn="base" hangingPunct="1">
        <a:spcBef>
          <a:spcPct val="20000"/>
        </a:spcBef>
        <a:spcAft>
          <a:spcPct val="0"/>
        </a:spcAft>
        <a:buClr>
          <a:srgbClr val="80BA24"/>
        </a:buClr>
        <a:buSzPct val="106000"/>
        <a:buFont typeface="Wingdings" pitchFamily="2" charset="2"/>
        <a:buChar char="§"/>
        <a:defRPr kern="1200">
          <a:solidFill>
            <a:srgbClr val="4A5C66"/>
          </a:solidFill>
          <a:latin typeface="Arial" pitchFamily="34" charset="0"/>
          <a:ea typeface="MS PGothic" pitchFamily="34" charset="-128"/>
          <a:cs typeface="Arial" pitchFamily="34" charset="0"/>
        </a:defRPr>
      </a:lvl1pPr>
      <a:lvl2pPr marL="552450" indent="-285750" algn="l" rtl="0" eaLnBrk="1" fontAlgn="base" hangingPunct="1">
        <a:spcBef>
          <a:spcPct val="20000"/>
        </a:spcBef>
        <a:spcAft>
          <a:spcPct val="0"/>
        </a:spcAft>
        <a:buClr>
          <a:srgbClr val="80BA24"/>
        </a:buClr>
        <a:buSzPct val="90000"/>
        <a:buFont typeface="Wingdings" pitchFamily="2" charset="2"/>
        <a:buChar char="§"/>
        <a:defRPr kern="1200">
          <a:solidFill>
            <a:srgbClr val="4A5C66"/>
          </a:solidFill>
          <a:latin typeface="Arial" pitchFamily="34" charset="0"/>
          <a:ea typeface="Arial" charset="0"/>
          <a:cs typeface="Arial" pitchFamily="34" charset="0"/>
        </a:defRPr>
      </a:lvl2pPr>
      <a:lvl3pPr marL="828675" indent="-285750" algn="l" rtl="0" eaLnBrk="1" fontAlgn="base" hangingPunct="1">
        <a:spcBef>
          <a:spcPct val="20000"/>
        </a:spcBef>
        <a:spcAft>
          <a:spcPct val="0"/>
        </a:spcAft>
        <a:buClr>
          <a:srgbClr val="80BA24"/>
        </a:buClr>
        <a:buSzPct val="80000"/>
        <a:buFont typeface="Wingdings" pitchFamily="2" charset="2"/>
        <a:buChar char="§"/>
        <a:defRPr kern="1200">
          <a:solidFill>
            <a:srgbClr val="4A5C66"/>
          </a:solidFill>
          <a:latin typeface="Arial" pitchFamily="34" charset="0"/>
          <a:ea typeface="Arial" charset="0"/>
          <a:cs typeface="Arial" pitchFamily="34" charset="0"/>
        </a:defRPr>
      </a:lvl3pPr>
      <a:lvl4pPr marL="1095375" indent="-285750" algn="l" rtl="0" eaLnBrk="1" fontAlgn="base" hangingPunct="1">
        <a:spcBef>
          <a:spcPct val="20000"/>
        </a:spcBef>
        <a:spcAft>
          <a:spcPct val="0"/>
        </a:spcAft>
        <a:buClr>
          <a:srgbClr val="80BA24"/>
        </a:buClr>
        <a:buSzPct val="80000"/>
        <a:buFont typeface="Wingdings" pitchFamily="2" charset="2"/>
        <a:buChar char="§"/>
        <a:defRPr kern="1200">
          <a:solidFill>
            <a:srgbClr val="4A5C66"/>
          </a:solidFill>
          <a:latin typeface="Arial" pitchFamily="34" charset="0"/>
          <a:ea typeface="Arial" charset="0"/>
          <a:cs typeface="Arial" pitchFamily="34" charset="0"/>
        </a:defRPr>
      </a:lvl4pPr>
      <a:lvl5pPr marL="1362075" indent="-285750" algn="l" rtl="0" eaLnBrk="1" fontAlgn="base" hangingPunct="1">
        <a:spcBef>
          <a:spcPct val="20000"/>
        </a:spcBef>
        <a:spcAft>
          <a:spcPct val="0"/>
        </a:spcAft>
        <a:buClr>
          <a:srgbClr val="80BA24"/>
        </a:buClr>
        <a:buSzPct val="80000"/>
        <a:buFont typeface="Wingdings" pitchFamily="2" charset="2"/>
        <a:buChar char="§"/>
        <a:defRPr kern="1200">
          <a:solidFill>
            <a:srgbClr val="4A5C66"/>
          </a:solidFill>
          <a:latin typeface="Arial" pitchFamily="34" charset="0"/>
          <a:ea typeface="Arial" charset="0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29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63238"/>
                </a:solidFill>
              </a:rPr>
              <a:t>Vom trainierten Modell bis zur Meldung in der App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4A5C66"/>
                </a:solidFill>
              </a:rPr>
              <a:t>Anleitung: Export, Hochladen, Einbau, Test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3238"/>
                </a:solidFill>
              </a:rPr>
              <a:t>Aly Elbermawy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A5C66"/>
                </a:solidFill>
              </a:rPr>
              <a:t>Studienprojekt 2 · THM Campus Friedberg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Der Weg in sieben Schritten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19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1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19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Colab,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Notebook 04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2268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078300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51452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2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1452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Python-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Skript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70801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726833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9985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3 Arduino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9985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IDE ein-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richten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19333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375365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8517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4 Hochladen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8517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Selbsttest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prüfen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7866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023898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97050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5 Einbau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97050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Modul unter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die Ferse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6398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672430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5582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6 Kalibrieren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582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stehen,</a:t>
            </a:r>
          </a:p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gehen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64931" y="249174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0320963" y="1828800"/>
            <a:ext cx="1355924" cy="132588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94115" y="1938528"/>
            <a:ext cx="12096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1" i="0">
                <a:solidFill>
                  <a:srgbClr val="263238"/>
                </a:solidFill>
              </a:rPr>
              <a:t>7 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94115" y="2286000"/>
            <a:ext cx="120962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4A5C66"/>
                </a:solidFill>
              </a:rPr>
              <a:t>nRF Connect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" y="3520440"/>
            <a:ext cx="5486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263238"/>
                </a:solidFill>
              </a:rPr>
              <a:t>Wer nur das fertige Modell nutzen will, </a:t>
            </a:r>
            <a:r>
              <a:rPr sz="1700" b="0" i="0">
                <a:solidFill>
                  <a:srgbClr val="263238"/>
                </a:solidFill>
              </a:rPr>
              <a:t>beginnt bei Schritt 3. Die Datei firmware/CleverSole/modell_sohle.h enthält das aktuelle Modell bereits.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3520440"/>
            <a:ext cx="54406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63238"/>
                </a:solidFill>
              </a:rPr>
              <a:t>Repository: </a:t>
            </a:r>
            <a:r>
              <a:rPr sz="1600" b="0" i="0">
                <a:solidFill>
                  <a:srgbClr val="263238"/>
                </a:solidFill>
              </a:rPr>
              <a:t>github.com/Alyelb/ML-Modell-for-Fall-detection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63238"/>
                </a:solidFill>
              </a:rPr>
              <a:t>Firmware: </a:t>
            </a:r>
            <a:r>
              <a:rPr sz="1600" b="0" i="0">
                <a:solidFill>
                  <a:srgbClr val="263238"/>
                </a:solidFill>
              </a:rPr>
              <a:t>firmware/CleverSole/</a:t>
            </a:r>
          </a:p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263238"/>
                </a:solidFill>
              </a:rPr>
              <a:t>Ausführliche Anleitung: </a:t>
            </a:r>
            <a:r>
              <a:rPr sz="1600" b="0" i="0">
                <a:solidFill>
                  <a:srgbClr val="263238"/>
                </a:solidFill>
              </a:rPr>
              <a:t>firmware/CleverSole/ANLEITUNG.md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man braucht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783080"/>
            <a:ext cx="54864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80BA24"/>
                </a:solidFill>
              </a:rPr>
              <a:t>Hardware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Seeed XIAO ESP32-C6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IMU-Modul </a:t>
            </a:r>
            <a:r>
              <a:rPr sz="1700" b="0" i="0">
                <a:solidFill>
                  <a:srgbClr val="263238"/>
                </a:solidFill>
              </a:rPr>
              <a:t>MPU-6050 oder MPU-6500 (I²C)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LiPo-Akku </a:t>
            </a:r>
            <a:r>
              <a:rPr sz="1700" b="0" i="0">
                <a:solidFill>
                  <a:srgbClr val="263238"/>
                </a:solidFill>
              </a:rPr>
              <a:t>mit Spannungsteiler 2 × 100 kΩ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USB-C-Kabel </a:t>
            </a:r>
            <a:r>
              <a:rPr sz="1700" b="0" i="0">
                <a:solidFill>
                  <a:srgbClr val="263238"/>
                </a:solidFill>
              </a:rPr>
              <a:t>mit Datenleitungen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83080"/>
            <a:ext cx="544068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80BA24"/>
                </a:solidFill>
              </a:rPr>
              <a:t>Software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Arduino IDE 2 </a:t>
            </a:r>
            <a:r>
              <a:rPr sz="1700" b="0" i="0">
                <a:solidFill>
                  <a:srgbClr val="263238"/>
                </a:solidFill>
              </a:rPr>
              <a:t>mit ESP32-Core 3.x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Python 3.12 </a:t>
            </a:r>
            <a:r>
              <a:rPr sz="1700" b="0" i="0">
                <a:solidFill>
                  <a:srgbClr val="263238"/>
                </a:solidFill>
              </a:rPr>
              <a:t>mit TensorFlow (nur für Schritt 2)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Google Colab </a:t>
            </a:r>
            <a:r>
              <a:rPr sz="1700" b="0" i="0">
                <a:solidFill>
                  <a:srgbClr val="263238"/>
                </a:solidFill>
              </a:rPr>
              <a:t>mit Drive (nur für Schritt 1)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263238"/>
                </a:solidFill>
              </a:rPr>
              <a:t>nRF Connect </a:t>
            </a:r>
            <a:r>
              <a:rPr sz="1700" b="0" i="0">
                <a:solidFill>
                  <a:srgbClr val="263238"/>
                </a:solidFill>
              </a:rPr>
              <a:t>auf dem Smartphone (Android oder iOS)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Verdrahtung: fünf Leitungen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768" y="1783080"/>
          <a:ext cx="6035040" cy="30175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146304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XIAO ESP32-C6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IMU-Modul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Hinweis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3V3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VCC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GND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GND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AD0 ebenfalls an GND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D4 (GPIO22)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SDA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D5 (GPIO23)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SCL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D1 (GPIO1)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weckt aus dem Tiefschlaf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oto_plat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83080"/>
            <a:ext cx="4800600" cy="36340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9768" y="49834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500" b="1" i="0">
                <a:solidFill>
                  <a:srgbClr val="263238"/>
                </a:solidFill>
              </a:rPr>
              <a:t>INT muss auf GPIO0–7 liegen, </a:t>
            </a:r>
            <a:r>
              <a:rPr sz="1500" b="0" i="0">
                <a:solidFill>
                  <a:srgbClr val="263238"/>
                </a:solidFill>
              </a:rPr>
              <a:t>sonst wacht das Gerät nie wieder auf.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500" b="1" i="0">
                <a:solidFill>
                  <a:srgbClr val="263238"/>
                </a:solidFill>
              </a:rPr>
              <a:t>Akku-Messung: </a:t>
            </a:r>
            <a:r>
              <a:rPr sz="1500" b="0" i="0">
                <a:solidFill>
                  <a:srgbClr val="263238"/>
                </a:solidFill>
              </a:rPr>
              <a:t>GPIO3 ist am XIAO C6 für die Antenne belegt – Teiler an D0 oder D2 und PIN_BATT_ADC anpassen.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1: Modell trainieren (nur bei Bedarf)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1 von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783080"/>
            <a:ext cx="576072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Notebook notebook/04_fuss_orientierung.ipynb in Colab öffnen, Drive verbinden, alle Zellen ausführen.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Teil D trainiert die Kette SisFall → KFall → Schienbein-Stürze + Sohlen-Alltag mit Drehungen und Spiegelungen.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Ergebnis im Drive-Ordner ML_Fall_Detection/ergebnisse/: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394960" cy="50292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96511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fall_model_lowerlimb_aug.keras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507492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80BA24"/>
                </a:solidFill>
              </a:rPr>
              <a:t>Gut zu wissen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3238"/>
                </a:solidFill>
              </a:rPr>
              <a:t>Eine GPU-Laufzeit in Colab spart viel Zeit.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3238"/>
                </a:solidFill>
              </a:rPr>
              <a:t>Die Daten erst lokal in Colab kopieren – direkt aus Drive zu lesen ist sehr langsam.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263238"/>
                </a:solidFill>
              </a:rPr>
              <a:t>Das Notebook schreibt neben dem Modell eine results.json mit allen Kennzahlen.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2: Modell für den Chip exportieren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2 von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783080"/>
            <a:ext cx="11247120" cy="77724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7" y="1901952"/>
            <a:ext cx="1088136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pip install tensorflow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python tools/export_firmware_model.py fall_model_lowerlimb_aug.keras Pilotdaten/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7432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80BA24"/>
                </a:solidFill>
              </a:rPr>
              <a:t>Das Skript erledigt alles: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200400"/>
            <a:ext cx="56692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rechnet die Normierungsschichten in die Faltungen ein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wandelt in int8 um (Kalibrierung mit den Pilotdaten)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prüft int8 gegen das Originalmodell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berechnet die Sollwerte für den Selbsttest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schreibt firmware/CleverSole/modell_sohle.h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743200"/>
            <a:ext cx="5303520" cy="214884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62072"/>
            <a:ext cx="4937759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BatchNorm  : 3 Schichten eingerechnet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int8-TFLite: 74.9 KB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int8/float : 99.50% gleiche Entsch.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Operatoren : CONV_2D, EXPAND_DIMS,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FULLY_CONNECTED, LOGISTIC,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         MAX_POOL_2D, MEAN, RESHAPE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Selbsttest : {0: -128, -5: -127, ...}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512064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263238"/>
                </a:solidFill>
              </a:rPr>
              <a:t>Steht MUL oder ADD in der Liste, </a:t>
            </a:r>
            <a:r>
              <a:rPr sz="1500" b="0" i="0">
                <a:solidFill>
                  <a:srgbClr val="263238"/>
                </a:solidFill>
              </a:rPr>
              <a:t>nicht hochladen – dann rechnet der Chip falsch.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3: Arduino IDE einrichten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3 von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783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263238"/>
                </a:solidFill>
              </a:rPr>
              <a:t>Datei → Einstellungen → Zusätzliche Boardverwalter-URLs: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" y="2194560"/>
            <a:ext cx="11247120" cy="50292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3134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https://espressif.github.io/arduino-esp32/package_esp32_index.json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9768" y="3063240"/>
          <a:ext cx="6766560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02336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Werkzeuge →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Einstellung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Board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ESP32C6 Dev Module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Partition Scheme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Huge APP (3MB No OTA)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Flash Size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4 MB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USB CDC On Boot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3238"/>
                          </a:solidFill>
                        </a:rPr>
                        <a:t>Enabled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063240"/>
            <a:ext cx="406908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0BA24"/>
                </a:solidFill>
              </a:rPr>
              <a:t>Nur eine TFLite-Bibliothek!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63238"/>
                </a:solidFill>
              </a:rPr>
              <a:t>Der ESP32-Core 3.x bringt TFLite Micro schon mit. Eine zweite Bibliothek zusätzlich zu installieren führt dazu, dass der Chip scheinbar fehlerfrei rechnet, aber nichts ausgibt.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4: Hochladen und Selbsttest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4 von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78308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Für den ersten Start in CleverSole.ino TESTMODUS auf 1 setzen.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CleverSole.ino öffnen, Port wählen, Hochladen.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Seriellen Monitor mit 115200 Baud öffnen.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1" i="0">
                <a:solidFill>
                  <a:srgbClr val="263238"/>
                </a:solidFill>
              </a:rPr>
              <a:t>Alle fünf Zeilen müssen OK zeigen. </a:t>
            </a:r>
            <a:r>
              <a:rPr sz="1700" b="0" i="0">
                <a:solidFill>
                  <a:srgbClr val="263238"/>
                </a:solidFill>
              </a:rPr>
              <a:t>Erst dann sind die Sturz-Werte des Chips gültig.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783080"/>
            <a:ext cx="5806440" cy="242316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901952"/>
            <a:ext cx="5440679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Sensor: MPU-6500 (WHO_AM_I = 0x70)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Selbsttest 0: alle=   0  roh= -128  soll= -128  OK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Selbsttest 1: alle=  -5  roh= -127  soll= -127  OK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Selbsttest 2: alle=  10  roh= -113  soll= -113  OK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Selbsttest 3: alle=  13  roh=   94  soll=   94  OK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Selbsttest 4: alle= -13  roh=   56  soll=   56  OK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Modell geladen. Arena benutzt: ... Byte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BLE aktiv als "CleverSole-01"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4572000"/>
            <a:ext cx="5806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263238"/>
                </a:solidFill>
              </a:rPr>
              <a:t>Steht dort FALSCH: </a:t>
            </a:r>
            <a:r>
              <a:rPr sz="1500" b="0" i="0">
                <a:solidFill>
                  <a:srgbClr val="263238"/>
                </a:solidFill>
              </a:rPr>
              <a:t>Modell neu exportieren und prüfen, ob nur eine TFLite-Bibliothek eingebunden ist.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5: Einbau in die Sohle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5 von 7</a:t>
            </a:r>
          </a:p>
        </p:txBody>
      </p:sp>
      <p:pic>
        <p:nvPicPr>
          <p:cNvPr id="5" name="Picture 4" descr="einbau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783080"/>
            <a:ext cx="5962174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783080"/>
            <a:ext cx="525780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1" i="0">
                <a:solidFill>
                  <a:srgbClr val="263238"/>
                </a:solidFill>
              </a:rPr>
              <a:t>IMU-Modul flach unter die Ferse, </a:t>
            </a:r>
            <a:r>
              <a:rPr sz="1700" b="0" i="0">
                <a:solidFill>
                  <a:srgbClr val="263238"/>
                </a:solidFill>
              </a:rPr>
              <a:t>Bauteilseite nach oben.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1" i="0">
                <a:solidFill>
                  <a:srgbClr val="263238"/>
                </a:solidFill>
              </a:rPr>
              <a:t>Der aufgedruckte X-Pfeil zeigt zu den Zehen.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XIAO und Akku liegen daneben – ihre Lage ist egal.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Modul nicht auf ein Kabel legen; es darf nicht kippeln.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Dieselbe Sohle passt links und rechts, die Firmware kalibriert sich selbst.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6: Kalibrieren – einmal stehen, einmal 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6 von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" y="1828800"/>
            <a:ext cx="2592324" cy="118872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19" y="1938528"/>
            <a:ext cx="24460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263238"/>
                </a:solidFill>
              </a:rPr>
              <a:t>Aufwecken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19" y="2286000"/>
            <a:ext cx="24460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A5C66"/>
                </a:solidFill>
              </a:rPr>
              <a:t>Sohle bewegen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58668" y="2423160"/>
            <a:ext cx="219455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14700" y="1828800"/>
            <a:ext cx="2592324" cy="118872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7852" y="1938528"/>
            <a:ext cx="24460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263238"/>
                </a:solidFill>
              </a:rPr>
              <a:t>Stehen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7852" y="2286000"/>
            <a:ext cx="24460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A5C66"/>
                </a:solidFill>
              </a:rPr>
              <a:t>mindestens 1 s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A5C66"/>
                </a:solidFill>
              </a:rPr>
              <a:t>ruhig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2423160"/>
            <a:ext cx="219456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199631" y="1828800"/>
            <a:ext cx="2592324" cy="1188720"/>
          </a:xfrm>
          <a:prstGeom prst="rect">
            <a:avLst/>
          </a:prstGeom>
          <a:solidFill>
            <a:srgbClr val="EE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1938528"/>
            <a:ext cx="24460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263238"/>
                </a:solidFill>
              </a:rPr>
              <a:t>Gehen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286000"/>
            <a:ext cx="24460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A5C66"/>
                </a:solidFill>
              </a:rPr>
              <a:t>10–15 Schritte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828531" y="2423160"/>
            <a:ext cx="219457" cy="0"/>
          </a:xfrm>
          <a:prstGeom prst="line">
            <a:avLst/>
          </a:prstGeom>
          <a:ln w="22225">
            <a:solidFill>
              <a:srgbClr val="4A5C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084564" y="1828800"/>
            <a:ext cx="2592324" cy="1188720"/>
          </a:xfrm>
          <a:prstGeom prst="rect">
            <a:avLst/>
          </a:prstGeom>
          <a:solidFill>
            <a:srgbClr val="80B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7716" y="1938528"/>
            <a:ext cx="24460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</a:rPr>
              <a:t>Fertig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7716" y="2286000"/>
            <a:ext cx="24460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Erkennung läuft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" y="3429000"/>
            <a:ext cx="11247120" cy="77724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7" y="3547872"/>
            <a:ext cx="1088136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Kalibrierung ok: oben=(...) vorn=(...) Querachse 92 %, Abweichung zur Vorgabe 12 Grad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12 Schritte, Einbaulage kalibriert -&gt; Inferenz aktiv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4434840"/>
            <a:ext cx="112471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1" i="0">
                <a:solidFill>
                  <a:srgbClr val="263238"/>
                </a:solidFill>
              </a:rPr>
              <a:t>Stehen: </a:t>
            </a:r>
            <a:r>
              <a:rPr sz="1600" b="0" i="0">
                <a:solidFill>
                  <a:srgbClr val="263238"/>
                </a:solidFill>
              </a:rPr>
              <a:t>die Schwerkraft zeigt, wo oben ist.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1" i="0">
                <a:solidFill>
                  <a:srgbClr val="263238"/>
                </a:solidFill>
              </a:rPr>
              <a:t>Gehen: </a:t>
            </a:r>
            <a:r>
              <a:rPr sz="1600" b="0" i="0">
                <a:solidFill>
                  <a:srgbClr val="263238"/>
                </a:solidFill>
              </a:rPr>
              <a:t>der Fuß dreht um die Querachse, die Schwungphase zeigt nach vorn.</a:t>
            </a:r>
          </a:p>
          <a:p>
            <a:pPr algn="l" marL="285750" indent="-285750">
              <a:spcAft>
                <a:spcPts val="600"/>
              </a:spcAft>
              <a:buClr>
                <a:srgbClr val="80BA24"/>
              </a:buClr>
              <a:buChar char="–"/>
            </a:pPr>
            <a:r>
              <a:rPr sz="1600" b="1" i="0">
                <a:solidFill>
                  <a:srgbClr val="263238"/>
                </a:solidFill>
              </a:rPr>
              <a:t>Klappt es nicht </a:t>
            </a:r>
            <a:r>
              <a:rPr sz="1600" b="0" i="0">
                <a:solidFill>
                  <a:srgbClr val="263238"/>
                </a:solidFill>
              </a:rPr>
              <a:t>(zu wenig gegangen), gilt die Einbauvorgabe: Chip oben, X-Pfeil zu den Zehen.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Schritt 7: Die Meldung in der App ansehen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9800" y="1143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300" b="0" i="0">
                <a:solidFill>
                  <a:srgbClr val="4A5C66"/>
                </a:solidFill>
              </a:rPr>
              <a:t>Schritt 7 von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1783080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nRF Connect öffnen, scannen, CleverSole-01 verbinden.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Dienst FFF0 öffnen.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Bei FFF1 und FFF2 die Benachrichtigung einschalten (Pfeil-Symbol).</a:t>
            </a:r>
          </a:p>
          <a:p>
            <a:pPr algn="l" marL="285750" indent="-285750">
              <a:spcAft>
                <a:spcPts val="1200"/>
              </a:spcAft>
              <a:buClr>
                <a:srgbClr val="80BA24"/>
              </a:buClr>
              <a:buChar char="–"/>
            </a:pPr>
            <a:r>
              <a:rPr sz="1700" b="0" i="0">
                <a:solidFill>
                  <a:srgbClr val="263238"/>
                </a:solidFill>
              </a:rPr>
              <a:t>Batterie steht im Dienst 180F.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1783080"/>
            <a:ext cx="5806440" cy="1325880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901952"/>
            <a:ext cx="5440679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FFF1  STURZ 93% n=3 batt=87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      ... Person liegt still ...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FFF2  LAGE vorwaerts 92%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Courier New"/>
              </a:rPr>
              <a:t>FFF2  STUFE2 bestaetigt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3291840"/>
          <a:ext cx="5806440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4251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Meldung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Bedeutung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STURZ 93%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Ausgabe des Netzes, keine Wahrscheinlichkeit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LAGE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Richtung aus der Liegelage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STUFE2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Aufprall, Lageänderung und Ruhe passen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Für Versuche: der Testmodus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" y="1783080"/>
            <a:ext cx="5120640" cy="1874519"/>
          </a:xfrm>
          <a:prstGeom prst="rect">
            <a:avLst/>
          </a:prstGeom>
          <a:solidFill>
            <a:srgbClr val="26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7" y="1901952"/>
            <a:ext cx="4754879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#define TESTMODUS 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T,812345,4,0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T,812545,71,1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T,812745,96,2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Courier New"/>
              </a:rPr>
              <a:t>T,812945,94,3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783080"/>
            <a:ext cx="580644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85750" indent="-285750">
              <a:spcAft>
                <a:spcPts val="10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Jede Entscheidung wird alle 0,2 s gesendet: Zeit in ms, Sturz-Wert in %, Stimmen von 5.</a:t>
            </a:r>
          </a:p>
          <a:p>
            <a:pPr algn="l" marL="285750" indent="-285750">
              <a:spcAft>
                <a:spcPts val="10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Das Gerät schläft nicht ein.</a:t>
            </a:r>
          </a:p>
          <a:p>
            <a:pPr algn="l" marL="285750" indent="-285750">
              <a:spcAft>
                <a:spcPts val="1000"/>
              </a:spcAft>
              <a:buClr>
                <a:srgbClr val="80BA24"/>
              </a:buClr>
              <a:buChar char="–"/>
            </a:pPr>
            <a:r>
              <a:rPr sz="1600" b="0" i="0">
                <a:solidFill>
                  <a:srgbClr val="263238"/>
                </a:solidFill>
              </a:rPr>
              <a:t>Mitschnitt im seriellen Monitor oder in nRF Connect (FFF2), Uhrzeit jeder Aktivität notieren.</a:t>
            </a:r>
          </a:p>
          <a:p>
            <a:pPr algn="l" marL="285750" indent="-285750">
              <a:spcAft>
                <a:spcPts val="1000"/>
              </a:spcAft>
              <a:buClr>
                <a:srgbClr val="80BA24"/>
              </a:buClr>
              <a:buChar char="–"/>
            </a:pPr>
            <a:r>
              <a:rPr sz="1600" b="1" i="0">
                <a:solidFill>
                  <a:srgbClr val="263238"/>
                </a:solidFill>
              </a:rPr>
              <a:t>Auswerten: </a:t>
            </a:r>
            <a:r>
              <a:rPr sz="1600" b="0" i="0">
                <a:solidFill>
                  <a:srgbClr val="263238"/>
                </a:solidFill>
              </a:rPr>
              <a:t>erkannte ÷ ausgeführte Stürze = Sensitivität; Alarme im Alltag ÷ Stunden = Fehlalarme je Stunde.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Wenn etwas nicht funktioniert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768" y="1783080"/>
          <a:ext cx="11247120" cy="40965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74720"/>
                <a:gridCol w="3657600"/>
                <a:gridCol w="411480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Symptom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Ursache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Abhilfe</a:t>
                      </a:r>
                    </a:p>
                  </a:txBody>
                  <a:tcPr marL="91440" marR="91440" marT="27432" marB="27432" anchor="ctr">
                    <a:solidFill>
                      <a:srgbClr val="4A5C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Serieller Monitor bleibt leer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USB CDC On Boot aus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Werkzeuge → USB CDC On Boot: Enabled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IMU nicht gefunden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Verdrahtung, Adresse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SDA/SCL prüfen, AD0 an GND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Selbsttest FALSCH, immer gleicher Wert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zwei TFLite-Bibliotheken oder MUL/ADD im Modell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eine Bibliothek, Modell neu exportieren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AllocateTensors fehlgeschlagen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Arena zu klein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ARENA_GROESSE in 16-KB-Schritten erhöhen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Wacht nicht mehr auf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INT nicht auf GPIO0–7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INT an D1 (GPIO1) legen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Keine Meldungen in der App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Benachrichtigung aus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bei FFF1/FFF2 Benachrichtigung einschalten</a:t>
                      </a:r>
                    </a:p>
                  </a:txBody>
                  <a:tcPr marL="91440" marR="91440" marT="27432" marB="27432" anchor="ctr">
                    <a:solidFill>
                      <a:srgbClr val="F4F6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Viele Fehlalarme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Kalibrierung fehlgeschlagen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3238"/>
                          </a:solidFill>
                        </a:rPr>
                        <a:t>Meldung „Kalibrierung ok“ prüfen, mehr gehen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Fragen?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2103120"/>
            <a:ext cx="11247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4A5C66"/>
                </a:solidFill>
              </a:rPr>
              <a:t>Alle Dateien und die ausführliche Anleitung: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4A5C66"/>
                </a:solidFill>
              </a:rPr>
              <a:t>github.com/Alyelb/ML-Modell-for-Fall-detection</a:t>
            </a:r>
          </a:p>
        </p:txBody>
      </p:sp>
      <p:sp>
        <p:nvSpPr>
          <p:cNvPr id="4" name="Foliennummernplatzhalt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BCC05E-6BB9-F44C-AA5C-18037A9C729E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M-Folienmaster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M-092017" id="{F2E74DBF-A00C-0049-AFFE-E20DFFD05F23}" vid="{9967E0B6-F9B0-0C46-B645-E7DA8BD1490D}"/>
    </a:ext>
  </a:ext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THM-092017</Template>
  <TotalTime>0</TotalTime>
  <Words>13</Words>
  <Application>Microsoft Macintosh PowerPoint</Application>
  <PresentationFormat>Breitbild</PresentationFormat>
  <Paragraphs>13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Wingdings</vt:lpstr>
      <vt:lpstr>THM-Folienmaster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Olga  Altergot</dc:creator>
  <cp:lastModifiedBy>Olga  Altergot</cp:lastModifiedBy>
  <cp:revision>113</cp:revision>
  <cp:lastPrinted>2017-11-28T10:01:39Z</cp:lastPrinted>
  <dcterms:created xsi:type="dcterms:W3CDTF">2017-11-01T14:34:44Z</dcterms:created>
  <dcterms:modified xsi:type="dcterms:W3CDTF">2020-09-01T06:12:52Z</dcterms:modified>
</cp:coreProperties>
</file>