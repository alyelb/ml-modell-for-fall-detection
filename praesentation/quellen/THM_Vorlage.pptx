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20" r:id="rId2"/>
    <p:sldId id="319" r:id="rId3"/>
    <p:sldId id="308" r:id="rId4"/>
    <p:sldId id="309" r:id="rId5"/>
    <p:sldId id="310" r:id="rId6"/>
    <p:sldId id="311" r:id="rId7"/>
    <p:sldId id="312" r:id="rId8"/>
    <p:sldId id="321" r:id="rId9"/>
    <p:sldId id="313" r:id="rId10"/>
    <p:sldId id="314" r:id="rId11"/>
    <p:sldId id="315" r:id="rId12"/>
    <p:sldId id="316" r:id="rId13"/>
    <p:sldId id="317" r:id="rId14"/>
    <p:sldId id="318" r:id="rId15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272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C66"/>
    <a:srgbClr val="80BA24"/>
    <a:srgbClr val="FFFFFF"/>
    <a:srgbClr val="8996A0"/>
    <a:srgbClr val="BDC4C5"/>
    <a:srgbClr val="DF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8"/>
    <p:restoredTop sz="94537"/>
  </p:normalViewPr>
  <p:slideViewPr>
    <p:cSldViewPr showGuides="1">
      <p:cViewPr varScale="1">
        <p:scale>
          <a:sx n="103" d="100"/>
          <a:sy n="103" d="100"/>
        </p:scale>
        <p:origin x="1040" y="176"/>
      </p:cViewPr>
      <p:guideLst>
        <p:guide orient="horz" pos="3884"/>
        <p:guide pos="272"/>
        <p:guide orient="horz" pos="935"/>
      </p:guideLst>
    </p:cSldViewPr>
  </p:slideViewPr>
  <p:outlineViewPr>
    <p:cViewPr>
      <p:scale>
        <a:sx n="33" d="100"/>
        <a:sy n="33" d="100"/>
      </p:scale>
      <p:origin x="0" y="-157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640" y="1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549A58-65A2-1C4E-BD33-6061F52BCE58}" type="datetimeFigureOut">
              <a:rPr lang="de-DE" altLang="de-DE"/>
              <a:pPr>
                <a:defRPr/>
              </a:pPr>
              <a:t>01.09.20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A2CBF72-E928-E147-A1D9-782F6DF0FEA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65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B8FA84D-43F1-B541-9232-7D50279E8043}" type="datetimeFigureOut">
              <a:rPr lang="de-DE" altLang="de-DE"/>
              <a:pPr>
                <a:defRPr/>
              </a:pPr>
              <a:t>01.09.20</a:t>
            </a:fld>
            <a:endParaRPr lang="de-DE" altLang="de-DE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Textmasterformate durch Klicken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F7848-E2AA-B947-8B0B-A0FBC6F783B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060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892CBC1-0AA5-FD49-A6CF-7BC19D8FD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173133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827390B-A86E-434B-90D4-3438340D15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4293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3903DC0-149E-A447-909C-1CDEC9D422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60296" y="3789040"/>
            <a:ext cx="3168351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B4F93A7-5B61-D941-9FC9-6DB6CDC6EF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68408" y="6497638"/>
            <a:ext cx="2419360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3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6EBF173-6194-1449-A8B7-B55867141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173133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827390B-A86E-434B-90D4-3438340D15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4293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3903DC0-149E-A447-909C-1CDEC9D422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60296" y="3789040"/>
            <a:ext cx="3168351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E426BC6-EC8D-2B49-804D-49B49D3145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68408" y="6497638"/>
            <a:ext cx="2419360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6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A692ADC8-598A-EC43-8E74-629C6533D2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169690"/>
          </a:xfrm>
          <a:prstGeom prst="rect">
            <a:avLst/>
          </a:prstGeom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8544293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8760296" y="3789040"/>
            <a:ext cx="3168351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69576794-5162-6048-BCAD-629826D7D5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68408" y="6497638"/>
            <a:ext cx="2419360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51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7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achbereich oder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6825"/>
            <a:ext cx="121920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8639787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5040131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8867542" y="2996952"/>
            <a:ext cx="2845083" cy="720080"/>
          </a:xfrm>
        </p:spPr>
        <p:txBody>
          <a:bodyPr tIns="0" rIns="0" bIns="0" anchor="t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303319" y="3717032"/>
            <a:ext cx="2736897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8867243" y="3574926"/>
            <a:ext cx="2845382" cy="1800225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1A4DEDB-1913-094B-A031-F2D1C477CD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0" y="6502400"/>
            <a:ext cx="24257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2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>
          <a:xfrm>
            <a:off x="4320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2001" y="1620000"/>
            <a:ext cx="11232619" cy="4617288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3988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>
          <a:xfrm>
            <a:off x="4320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2001" y="1620000"/>
            <a:ext cx="11232619" cy="1736992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2000" y="3068960"/>
            <a:ext cx="3551765" cy="3168328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auto">
          <a:xfrm>
            <a:off x="4270576" y="3068960"/>
            <a:ext cx="3551765" cy="3168328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auto">
          <a:xfrm>
            <a:off x="8112000" y="3068960"/>
            <a:ext cx="3551765" cy="3168328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566640" y="3212976"/>
            <a:ext cx="288032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416240" y="3212976"/>
            <a:ext cx="288032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8256240" y="3214316"/>
            <a:ext cx="288032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mit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6"/>
          <p:cNvSpPr>
            <a:spLocks noGrp="1"/>
          </p:cNvSpPr>
          <p:nvPr>
            <p:ph type="pic" sz="quarter" idx="17"/>
          </p:nvPr>
        </p:nvSpPr>
        <p:spPr>
          <a:xfrm>
            <a:off x="8125885" y="1700808"/>
            <a:ext cx="3526167" cy="453648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5"/>
          </p:nvPr>
        </p:nvSpPr>
        <p:spPr>
          <a:xfrm>
            <a:off x="432001" y="1700808"/>
            <a:ext cx="3526167" cy="453648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16"/>
          </p:nvPr>
        </p:nvSpPr>
        <p:spPr>
          <a:xfrm>
            <a:off x="4271798" y="1700214"/>
            <a:ext cx="3526167" cy="4537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4167" cy="576262"/>
          </a:xfrm>
        </p:spPr>
        <p:txBody>
          <a:bodyPr l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66142A-AFED-1443-8B06-6463BAB2C889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2"/>
          </p:nvPr>
        </p:nvSpPr>
        <p:spPr>
          <a:xfrm>
            <a:off x="760370" y="1883197"/>
            <a:ext cx="3097100" cy="62865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3"/>
          </p:nvPr>
        </p:nvSpPr>
        <p:spPr>
          <a:xfrm>
            <a:off x="4606943" y="1817219"/>
            <a:ext cx="3203556" cy="7413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endParaRPr lang="de-DE" dirty="0"/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4"/>
          </p:nvPr>
        </p:nvSpPr>
        <p:spPr>
          <a:xfrm>
            <a:off x="8464551" y="1817220"/>
            <a:ext cx="3187700" cy="809625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0272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  <p15:guide id="2" pos="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feld+Aufzählung im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1703512" y="2780927"/>
            <a:ext cx="9950855" cy="158417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28DEF-7D63-224F-B0E5-713CE21DF6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7" name="Titel 2"/>
          <p:cNvSpPr>
            <a:spLocks noGrp="1"/>
          </p:cNvSpPr>
          <p:nvPr>
            <p:ph type="title"/>
          </p:nvPr>
        </p:nvSpPr>
        <p:spPr>
          <a:xfrm>
            <a:off x="4318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1801" y="1620001"/>
            <a:ext cx="11340927" cy="1330351"/>
          </a:xfrm>
        </p:spPr>
        <p:txBody>
          <a:bodyPr lIns="0" rIns="90000"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Rechteck 4"/>
          <p:cNvSpPr/>
          <p:nvPr userDrawn="1"/>
        </p:nvSpPr>
        <p:spPr>
          <a:xfrm>
            <a:off x="1703512" y="4509121"/>
            <a:ext cx="9950855" cy="172764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Rechteck 8"/>
          <p:cNvSpPr>
            <a:spLocks noChangeArrowheads="1"/>
          </p:cNvSpPr>
          <p:nvPr userDrawn="1"/>
        </p:nvSpPr>
        <p:spPr bwMode="auto">
          <a:xfrm>
            <a:off x="3071284" y="2432051"/>
            <a:ext cx="9480549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90000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079500" indent="-358775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lvl="0" eaLnBrk="1" hangingPunct="1">
              <a:spcAft>
                <a:spcPts val="600"/>
              </a:spcAft>
              <a:buClr>
                <a:srgbClr val="80BA24"/>
              </a:buClr>
              <a:buFont typeface="Wingdings" charset="2"/>
              <a:buChar char="§"/>
            </a:pPr>
            <a:endParaRPr lang="de-DE" altLang="de-DE" sz="2000" dirty="0">
              <a:solidFill>
                <a:srgbClr val="4A5C66"/>
              </a:solidFill>
              <a:latin typeface="Arial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1919536" y="2980358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929530" y="4653137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4" name="Bild 13" descr="organisation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15" y="3173431"/>
            <a:ext cx="909041" cy="831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Bild 1" descr="euro-schein.tif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5" y="4959058"/>
            <a:ext cx="975295" cy="557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feld+Aufzählung im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28DEF-7D63-224F-B0E5-713CE21DF6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7" name="Titel 2"/>
          <p:cNvSpPr>
            <a:spLocks noGrp="1"/>
          </p:cNvSpPr>
          <p:nvPr>
            <p:ph type="title"/>
          </p:nvPr>
        </p:nvSpPr>
        <p:spPr>
          <a:xfrm>
            <a:off x="4318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1801" y="1620001"/>
            <a:ext cx="11340927" cy="1330351"/>
          </a:xfrm>
        </p:spPr>
        <p:txBody>
          <a:bodyPr lIns="0" rIns="90000"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Rechteck 8"/>
          <p:cNvSpPr>
            <a:spLocks noChangeArrowheads="1"/>
          </p:cNvSpPr>
          <p:nvPr userDrawn="1"/>
        </p:nvSpPr>
        <p:spPr bwMode="auto">
          <a:xfrm>
            <a:off x="3071284" y="2432051"/>
            <a:ext cx="9480549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90000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079500" indent="-358775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lvl="0" eaLnBrk="1" hangingPunct="1">
              <a:spcAft>
                <a:spcPts val="600"/>
              </a:spcAft>
              <a:buClr>
                <a:srgbClr val="80BA24"/>
              </a:buClr>
              <a:buFont typeface="Wingdings" charset="2"/>
              <a:buChar char="§"/>
            </a:pPr>
            <a:endParaRPr lang="de-DE" altLang="de-DE" sz="2000" dirty="0">
              <a:solidFill>
                <a:srgbClr val="4A5C66"/>
              </a:solidFill>
              <a:latin typeface="Arial" charset="0"/>
            </a:endParaRPr>
          </a:p>
        </p:txBody>
      </p:sp>
      <p:pic>
        <p:nvPicPr>
          <p:cNvPr id="11" name="Bild 10" descr="icon_people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32" y="3291575"/>
            <a:ext cx="88842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Bild 11" descr="haus.tif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4928474"/>
            <a:ext cx="97529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1C6723BC-5FFF-A14D-8404-D5F91F1C72B1}"/>
              </a:ext>
            </a:extLst>
          </p:cNvPr>
          <p:cNvSpPr/>
          <p:nvPr userDrawn="1"/>
        </p:nvSpPr>
        <p:spPr>
          <a:xfrm>
            <a:off x="1703512" y="2780927"/>
            <a:ext cx="9950855" cy="158417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594EDCD-2274-FE44-87CC-3D768625475C}"/>
              </a:ext>
            </a:extLst>
          </p:cNvPr>
          <p:cNvSpPr/>
          <p:nvPr userDrawn="1"/>
        </p:nvSpPr>
        <p:spPr>
          <a:xfrm>
            <a:off x="1703512" y="4509121"/>
            <a:ext cx="9950855" cy="172764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C02CBA60-C706-9748-870A-3B807F1552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19536" y="2980358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47172106-5D28-8B48-8CE5-77E78E3EF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9530" y="4653137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sfeld 1,5 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2000" y="1548016"/>
            <a:ext cx="11164821" cy="4617288"/>
          </a:xfrm>
        </p:spPr>
        <p:txBody>
          <a:bodyPr lIns="0"/>
          <a:lstStyle>
            <a:lvl1pPr>
              <a:lnSpc>
                <a:spcPts val="4100"/>
              </a:lnSpc>
              <a:defRPr sz="20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0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0"/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32000" y="1080000"/>
            <a:ext cx="112272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9612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Name des  Referenten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1800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3310467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6191251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9069917" y="2114574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431800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3310467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6191251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9069917" y="4275162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7509-71AF-1442-AA36-4D80324E826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1620001"/>
            <a:ext cx="11324167" cy="4929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719667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360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648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72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360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648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719668" y="2700000"/>
            <a:ext cx="20159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6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3600000" y="2700000"/>
            <a:ext cx="22797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7" name="Textplatzhalt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480000" y="270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8" name="Textplatzhalt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719667" y="4896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9" name="Textplatzhalt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0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648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1565943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Name des  Referenten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1800" y="2114574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3310467" y="2114574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6191251" y="2114574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9069917" y="2114574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431800" y="4275162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3310467" y="4275162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6191251" y="4275162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9069917" y="4275162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B7358-837F-F449-96D9-6AA1275CBD5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7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1620001"/>
            <a:ext cx="11324167" cy="2968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719667" y="227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3600000" y="227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1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6480000" y="227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720000" y="443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3600000" y="443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6507781" y="443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8562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Name des  Referenten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1800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3310467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6191251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9069917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431800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3310467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6191251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9069917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7509-71AF-1442-AA36-4D80324E826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1620001"/>
            <a:ext cx="11324167" cy="6810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719667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719668" y="2700000"/>
            <a:ext cx="20159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360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3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3600000" y="2700000"/>
            <a:ext cx="22797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648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480000" y="270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6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9361124" y="2271781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7" name="Textplatzhalt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9361124" y="2696581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8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72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9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719667" y="4896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0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360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1" name="Textplatzhalter 24"/>
          <p:cNvSpPr>
            <a:spLocks noGrp="1"/>
          </p:cNvSpPr>
          <p:nvPr>
            <p:ph type="body" sz="quarter" idx="24" hasCustomPrompt="1"/>
          </p:nvPr>
        </p:nvSpPr>
        <p:spPr>
          <a:xfrm>
            <a:off x="360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2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648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3" name="Textplatzhalter 24"/>
          <p:cNvSpPr>
            <a:spLocks noGrp="1"/>
          </p:cNvSpPr>
          <p:nvPr>
            <p:ph type="body" sz="quarter" idx="25" hasCustomPrompt="1"/>
          </p:nvPr>
        </p:nvSpPr>
        <p:spPr>
          <a:xfrm>
            <a:off x="648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4" name="Textplatzhalter 18"/>
          <p:cNvSpPr>
            <a:spLocks noGrp="1"/>
          </p:cNvSpPr>
          <p:nvPr>
            <p:ph type="body" sz="quarter" idx="26"/>
          </p:nvPr>
        </p:nvSpPr>
        <p:spPr>
          <a:xfrm>
            <a:off x="9361124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5" name="Textplatzhalter 24"/>
          <p:cNvSpPr>
            <a:spLocks noGrp="1"/>
          </p:cNvSpPr>
          <p:nvPr>
            <p:ph type="body" sz="quarter" idx="27" hasCustomPrompt="1"/>
          </p:nvPr>
        </p:nvSpPr>
        <p:spPr>
          <a:xfrm>
            <a:off x="9361124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32000" y="1620000"/>
            <a:ext cx="5444144" cy="4617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55895" y="1620000"/>
            <a:ext cx="5408724" cy="4617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15162-6469-F349-9026-AA5216DF459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12198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ufzählungsfe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1"/>
          </p:nvPr>
        </p:nvSpPr>
        <p:spPr>
          <a:xfrm>
            <a:off x="8132234" y="1620001"/>
            <a:ext cx="3526367" cy="461728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2000" y="1620000"/>
            <a:ext cx="7512787" cy="4617288"/>
          </a:xfrm>
        </p:spPr>
        <p:txBody>
          <a:bodyPr lIns="0"/>
          <a:lstStyle>
            <a:lvl1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32000" y="1080000"/>
            <a:ext cx="112272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eld+Aufzählungsfe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1"/>
          </p:nvPr>
        </p:nvSpPr>
        <p:spPr>
          <a:xfrm>
            <a:off x="8132234" y="1620001"/>
            <a:ext cx="3526367" cy="461728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2000" y="3060000"/>
            <a:ext cx="7512787" cy="3177288"/>
          </a:xfrm>
        </p:spPr>
        <p:txBody>
          <a:bodyPr lIns="0"/>
          <a:lstStyle>
            <a:lvl1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32000" y="1080000"/>
            <a:ext cx="112272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>
          <a:xfrm>
            <a:off x="431799" y="1620001"/>
            <a:ext cx="8352500" cy="143192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432001" y="1080000"/>
            <a:ext cx="1132416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2000" y="1620001"/>
            <a:ext cx="1133051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8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84467" y="6546850"/>
            <a:ext cx="637117" cy="266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2866142A-AFED-1443-8B06-6463BAB2C88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032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Name des  Referenten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1033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D50FC33-BA03-D341-83A0-35E637362E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42800" y="360000"/>
            <a:ext cx="4260555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572C864-C096-EE45-8500-19995A117EE6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432000" y="6625975"/>
            <a:ext cx="1976118" cy="1040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4" r:id="rId1"/>
    <p:sldLayoutId id="2147484427" r:id="rId2"/>
    <p:sldLayoutId id="2147484413" r:id="rId3"/>
    <p:sldLayoutId id="2147484415" r:id="rId4"/>
    <p:sldLayoutId id="2147484405" r:id="rId5"/>
    <p:sldLayoutId id="2147484426" r:id="rId6"/>
    <p:sldLayoutId id="2147484423" r:id="rId7"/>
    <p:sldLayoutId id="2147484420" r:id="rId8"/>
    <p:sldLayoutId id="2147484421" r:id="rId9"/>
    <p:sldLayoutId id="2147484406" r:id="rId10"/>
    <p:sldLayoutId id="2147484416" r:id="rId11"/>
    <p:sldLayoutId id="2147484417" r:id="rId12"/>
    <p:sldLayoutId id="2147484424" r:id="rId13"/>
    <p:sldLayoutId id="2147484407" r:id="rId14"/>
    <p:sldLayoutId id="2147484425" r:id="rId15"/>
    <p:sldLayoutId id="214748442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106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marL="552450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9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2pPr>
      <a:lvl3pPr marL="828675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3pPr>
      <a:lvl4pPr marL="1095375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4pPr>
      <a:lvl5pPr marL="1362075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E09C24-F239-B94C-9232-ECB626C81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28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A9F4DC9-9D3C-044E-95BB-2069769C7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6F9F005-21C5-0F4F-B2D5-0D255BDE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7DB95F-77DB-B249-B6F8-D564F973EE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14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936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" name="Bildplatzhalter 2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Bildplatzhalter 3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66142A-AFED-1443-8B06-6463BAB2C889}" type="slidenum">
              <a:rPr lang="de-DE" altLang="de-DE" smtClean="0"/>
              <a:pPr>
                <a:defRPr/>
              </a:pPr>
              <a:t>4</a:t>
            </a:fld>
            <a:endParaRPr lang="de-DE" alt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164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228DEF-7D63-224F-B0E5-713CE21DF6E5}" type="slidenum">
              <a:rPr lang="de-DE" altLang="de-DE" smtClean="0"/>
              <a:pPr>
                <a:defRPr/>
              </a:pPr>
              <a:t>5</a:t>
            </a:fld>
            <a:endParaRPr lang="de-DE" alt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521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228DEF-7D63-224F-B0E5-713CE21DF6E5}" type="slidenum">
              <a:rPr lang="de-DE" altLang="de-DE" smtClean="0"/>
              <a:pPr>
                <a:defRPr/>
              </a:pPr>
              <a:t>6</a:t>
            </a:fld>
            <a:endParaRPr lang="de-DE" alt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4294967295"/>
          </p:nvPr>
        </p:nvSpPr>
        <p:spPr>
          <a:xfrm>
            <a:off x="3051297" y="2836342"/>
            <a:ext cx="8583083" cy="1528763"/>
          </a:xfrm>
        </p:spPr>
        <p:txBody>
          <a:bodyPr/>
          <a:lstStyle/>
          <a:p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4294967295"/>
          </p:nvPr>
        </p:nvSpPr>
        <p:spPr>
          <a:xfrm>
            <a:off x="3052800" y="4780558"/>
            <a:ext cx="8583083" cy="152876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0922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0107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FB9ECBF3-01D2-604D-B0A3-F0CAC7FE256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5A458F5-AA4D-F84B-9E3E-A82F7C0857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67CB0AD-B3F3-3B40-BC19-AE3B192A5D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880E3FD-CA32-8741-A90B-5D8565C3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18568F-C1C4-2C41-8E9A-81BBF9130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66142A-AFED-1443-8B06-6463BAB2C889}" type="slidenum">
              <a:rPr lang="de-DE" altLang="de-DE" smtClean="0"/>
              <a:pPr>
                <a:defRPr/>
              </a:pPr>
              <a:t>8</a:t>
            </a:fld>
            <a:endParaRPr lang="de-DE" alt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A0AC084-7BB5-494C-B999-2FA059303F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C8461A4-FCF1-0A4F-AAE9-920B8C3C9F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C434DB9-02CD-8440-BB67-93F30C6F16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424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477509-71AF-1442-AA36-4D80324E8263}" type="slidenum">
              <a:rPr lang="de-DE" altLang="de-DE" smtClean="0"/>
              <a:pPr>
                <a:defRPr/>
              </a:pPr>
              <a:t>9</a:t>
            </a:fld>
            <a:endParaRPr lang="de-DE" alt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4679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4B7358-837F-F449-96D9-6AA1275CBD5B}" type="slidenum">
              <a:rPr lang="de-DE" altLang="de-DE" smtClean="0"/>
              <a:pPr>
                <a:defRPr/>
              </a:pPr>
              <a:t>10</a:t>
            </a:fld>
            <a:endParaRPr lang="de-DE" alt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466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477509-71AF-1442-AA36-4D80324E8263}" type="slidenum">
              <a:rPr lang="de-DE" altLang="de-DE" smtClean="0"/>
              <a:pPr>
                <a:defRPr/>
              </a:pPr>
              <a:t>11</a:t>
            </a:fld>
            <a:endParaRPr lang="de-DE" alt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833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315162-6469-F349-9026-AA5216DF4595}" type="slidenum">
              <a:rPr lang="de-DE" altLang="de-DE" smtClean="0"/>
              <a:pPr>
                <a:defRPr/>
              </a:pPr>
              <a:t>12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7810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13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54611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14</a:t>
            </a:fld>
            <a:endParaRPr lang="de-DE" alt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138819"/>
      </p:ext>
    </p:extLst>
  </p:cSld>
  <p:clrMapOvr>
    <a:masterClrMapping/>
  </p:clrMapOvr>
</p:sld>
</file>

<file path=ppt/theme/theme1.xml><?xml version="1.0" encoding="utf-8"?>
<a:theme xmlns:a="http://schemas.openxmlformats.org/drawingml/2006/main" name="THM-Folienmaster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M-092017" id="{F2E74DBF-A00C-0049-AFFE-E20DFFD05F23}" vid="{9967E0B6-F9B0-0C46-B645-E7DA8BD149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THM-092017</Template>
  <TotalTime>0</TotalTime>
  <Words>13</Words>
  <Application>Microsoft Macintosh PowerPoint</Application>
  <PresentationFormat>Breitbild</PresentationFormat>
  <Paragraphs>13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THM-Folienmaster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Olga  Altergot</dc:creator>
  <cp:lastModifiedBy>Olga  Altergot</cp:lastModifiedBy>
  <cp:revision>113</cp:revision>
  <cp:lastPrinted>2017-11-28T10:01:39Z</cp:lastPrinted>
  <dcterms:created xsi:type="dcterms:W3CDTF">2017-11-01T14:34:44Z</dcterms:created>
  <dcterms:modified xsi:type="dcterms:W3CDTF">2020-09-01T06:12:52Z</dcterms:modified>
</cp:coreProperties>
</file>