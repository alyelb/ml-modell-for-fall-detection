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handoutMasters/handoutMaster1.xml" ContentType="application/vnd.openxmlformats-officedocument.presentationml.handoutMaster+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8"/>
    <p:sldId id="257" r:id="rId9"/>
    <p:sldId id="258" r:id="rId10"/>
    <p:sldId id="259" r:id="rId11"/>
    <p:sldId id="260" r:id="rId12"/>
    <p:sldId id="261" r:id="rId13"/>
    <p:sldId id="262" r:id="rId14"/>
    <p:sldId id="263" r:id="rId15"/>
    <p:sldId id="264" r:id="rId7"/>
    <p:sldId id="265" r:id="rId6"/>
    <p:sldId id="266" r:id="rId5"/>
    <p:sldId id="267" r:id="rId4"/>
    <p:sldId id="268" r:id="rId3"/>
    <p:sldId id="269" r:id="rId2"/>
    <p:sldId id="270" r:id="rId22"/>
    <p:sldId id="271" r:id="rId23"/>
    <p:sldId id="272" r:id="rId24"/>
  </p:sldIdLst>
  <p:sldSz cx="12192000" cy="6858000"/>
  <p:notesSz cx="6858000" cy="9144000"/>
  <p:defaultTextStyle>
    <a:defPPr>
      <a:defRPr lang="de-DE"/>
    </a:defPPr>
    <a:lvl1pPr algn="l" rtl="0" eaLnBrk="0" fontAlgn="base" hangingPunct="0">
      <a:spcBef>
        <a:spcPct val="0"/>
      </a:spcBef>
      <a:spcAft>
        <a:spcPct val="0"/>
      </a:spcAft>
      <a:defRPr kern="1200">
        <a:solidFill>
          <a:schemeClr val="tx1"/>
        </a:solidFill>
        <a:latin typeface="Calibri" charset="0"/>
        <a:ea typeface="MS PGothic" charset="-128"/>
        <a:cs typeface="+mn-cs"/>
      </a:defRPr>
    </a:lvl1pPr>
    <a:lvl2pPr marL="457200" algn="l" rtl="0" eaLnBrk="0" fontAlgn="base" hangingPunct="0">
      <a:spcBef>
        <a:spcPct val="0"/>
      </a:spcBef>
      <a:spcAft>
        <a:spcPct val="0"/>
      </a:spcAft>
      <a:defRPr kern="1200">
        <a:solidFill>
          <a:schemeClr val="tx1"/>
        </a:solidFill>
        <a:latin typeface="Calibri" charset="0"/>
        <a:ea typeface="MS PGothic" charset="-128"/>
        <a:cs typeface="+mn-cs"/>
      </a:defRPr>
    </a:lvl2pPr>
    <a:lvl3pPr marL="914400" algn="l" rtl="0" eaLnBrk="0" fontAlgn="base" hangingPunct="0">
      <a:spcBef>
        <a:spcPct val="0"/>
      </a:spcBef>
      <a:spcAft>
        <a:spcPct val="0"/>
      </a:spcAft>
      <a:defRPr kern="1200">
        <a:solidFill>
          <a:schemeClr val="tx1"/>
        </a:solidFill>
        <a:latin typeface="Calibri" charset="0"/>
        <a:ea typeface="MS PGothic" charset="-128"/>
        <a:cs typeface="+mn-cs"/>
      </a:defRPr>
    </a:lvl3pPr>
    <a:lvl4pPr marL="1371600" algn="l" rtl="0" eaLnBrk="0" fontAlgn="base" hangingPunct="0">
      <a:spcBef>
        <a:spcPct val="0"/>
      </a:spcBef>
      <a:spcAft>
        <a:spcPct val="0"/>
      </a:spcAft>
      <a:defRPr kern="1200">
        <a:solidFill>
          <a:schemeClr val="tx1"/>
        </a:solidFill>
        <a:latin typeface="Calibri" charset="0"/>
        <a:ea typeface="MS PGothic" charset="-128"/>
        <a:cs typeface="+mn-cs"/>
      </a:defRPr>
    </a:lvl4pPr>
    <a:lvl5pPr marL="1828800" algn="l" rtl="0" eaLnBrk="0" fontAlgn="base" hangingPunct="0">
      <a:spcBef>
        <a:spcPct val="0"/>
      </a:spcBef>
      <a:spcAft>
        <a:spcPct val="0"/>
      </a:spcAft>
      <a:defRPr kern="1200">
        <a:solidFill>
          <a:schemeClr val="tx1"/>
        </a:solidFill>
        <a:latin typeface="Calibri" charset="0"/>
        <a:ea typeface="MS PGothic" charset="-128"/>
        <a:cs typeface="+mn-cs"/>
      </a:defRPr>
    </a:lvl5pPr>
    <a:lvl6pPr marL="2286000" algn="l" defTabSz="914400" rtl="0" eaLnBrk="1" latinLnBrk="0" hangingPunct="1">
      <a:defRPr kern="1200">
        <a:solidFill>
          <a:schemeClr val="tx1"/>
        </a:solidFill>
        <a:latin typeface="Calibri" charset="0"/>
        <a:ea typeface="MS PGothic" charset="-128"/>
        <a:cs typeface="+mn-cs"/>
      </a:defRPr>
    </a:lvl6pPr>
    <a:lvl7pPr marL="2743200" algn="l" defTabSz="914400" rtl="0" eaLnBrk="1" latinLnBrk="0" hangingPunct="1">
      <a:defRPr kern="1200">
        <a:solidFill>
          <a:schemeClr val="tx1"/>
        </a:solidFill>
        <a:latin typeface="Calibri" charset="0"/>
        <a:ea typeface="MS PGothic" charset="-128"/>
        <a:cs typeface="+mn-cs"/>
      </a:defRPr>
    </a:lvl7pPr>
    <a:lvl8pPr marL="3200400" algn="l" defTabSz="914400" rtl="0" eaLnBrk="1" latinLnBrk="0" hangingPunct="1">
      <a:defRPr kern="1200">
        <a:solidFill>
          <a:schemeClr val="tx1"/>
        </a:solidFill>
        <a:latin typeface="Calibri" charset="0"/>
        <a:ea typeface="MS PGothic" charset="-128"/>
        <a:cs typeface="+mn-cs"/>
      </a:defRPr>
    </a:lvl8pPr>
    <a:lvl9pPr marL="3657600" algn="l" defTabSz="914400" rtl="0" eaLnBrk="1" latinLnBrk="0" hangingPunct="1">
      <a:defRPr kern="1200">
        <a:solidFill>
          <a:schemeClr val="tx1"/>
        </a:solidFill>
        <a:latin typeface="Calibri" charset="0"/>
        <a:ea typeface="MS PGothic" charset="-128"/>
        <a:cs typeface="+mn-cs"/>
      </a:defRPr>
    </a:lvl9pPr>
  </p:defaultTextStyle>
  <p:extLst>
    <p:ext uri="{EFAFB233-063F-42B5-8137-9DF3F51BA10A}">
      <p15:sldGuideLst xmlns:p15="http://schemas.microsoft.com/office/powerpoint/2012/main">
        <p15:guide id="1" orient="horz" pos="3884" userDrawn="1">
          <p15:clr>
            <a:srgbClr val="A4A3A4"/>
          </p15:clr>
        </p15:guide>
        <p15:guide id="2" pos="272" userDrawn="1">
          <p15:clr>
            <a:srgbClr val="A4A3A4"/>
          </p15:clr>
        </p15:guide>
        <p15:guide id="3" orient="horz" pos="935"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4A5C66"/>
    <a:srgbClr val="80BA24"/>
    <a:srgbClr val="FFFFFF"/>
    <a:srgbClr val="8996A0"/>
    <a:srgbClr val="BDC4C5"/>
    <a:srgbClr val="DFE5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98"/>
    <p:restoredTop sz="94537"/>
  </p:normalViewPr>
  <p:slideViewPr>
    <p:cSldViewPr showGuides="1">
      <p:cViewPr varScale="1">
        <p:scale>
          <a:sx n="103" d="100"/>
          <a:sy n="103" d="100"/>
        </p:scale>
        <p:origin x="1040" y="176"/>
      </p:cViewPr>
      <p:guideLst>
        <p:guide orient="horz" pos="3884"/>
        <p:guide pos="272"/>
        <p:guide orient="horz" pos="935"/>
      </p:guideLst>
    </p:cSldViewPr>
  </p:slideViewPr>
  <p:outlineViewPr>
    <p:cViewPr>
      <p:scale>
        <a:sx n="33" d="100"/>
        <a:sy n="33" d="100"/>
      </p:scale>
      <p:origin x="0" y="-15736"/>
    </p:cViewPr>
  </p:outlin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125" d="100"/>
          <a:sy n="125" d="100"/>
        </p:scale>
        <p:origin x="4640" y="16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4.xml"/><Relationship Id="rId3" Type="http://schemas.openxmlformats.org/officeDocument/2006/relationships/slide" Target="slides/slide13.xml"/><Relationship Id="rId4" Type="http://schemas.openxmlformats.org/officeDocument/2006/relationships/slide" Target="slides/slide12.xml"/><Relationship Id="rId5" Type="http://schemas.openxmlformats.org/officeDocument/2006/relationships/slide" Target="slides/slide11.xml"/><Relationship Id="rId6" Type="http://schemas.openxmlformats.org/officeDocument/2006/relationships/slide" Target="slides/slide10.xml"/><Relationship Id="rId7" Type="http://schemas.openxmlformats.org/officeDocument/2006/relationships/slide" Target="slides/slide9.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Sturz: typische Spitze (Median)</c:v>
                </c:pt>
              </c:strCache>
            </c:strRef>
          </c:tx>
          <c:spPr>
            <a:solidFill>
              <a:srgbClr val="80BA24"/>
            </a:solidFill>
          </c:spPr>
          <c:cat>
            <c:strRef>
              <c:f>Sheet1!$A$2:$A$6</c:f>
              <c:strCache>
                <c:ptCount val="5"/>
                <c:pt idx="0">
                  <c:v>Kopf</c:v>
                </c:pt>
                <c:pt idx="1">
                  <c:v>Brust</c:v>
                </c:pt>
                <c:pt idx="2">
                  <c:v>Hosentasche</c:v>
                </c:pt>
                <c:pt idx="3">
                  <c:v>Schienbein
rechts</c:v>
                </c:pt>
                <c:pt idx="4">
                  <c:v>Schienbein
links</c:v>
                </c:pt>
              </c:strCache>
            </c:strRef>
          </c:cat>
          <c:val>
            <c:numRef>
              <c:f>Sheet1!$B$2:$B$6</c:f>
              <c:numCache>
                <c:formatCode>General</c:formatCode>
                <c:ptCount val="5"/>
                <c:pt idx="0">
                  <c:v>2.85</c:v>
                </c:pt>
                <c:pt idx="1">
                  <c:v>5.01</c:v>
                </c:pt>
                <c:pt idx="2">
                  <c:v>4.32</c:v>
                </c:pt>
                <c:pt idx="3">
                  <c:v>3.0</c:v>
                </c:pt>
                <c:pt idx="4">
                  <c:v>2.9</c:v>
                </c:pt>
              </c:numCache>
            </c:numRef>
          </c:val>
        </c:ser>
        <c:ser>
          <c:idx val="1"/>
          <c:order val="1"/>
          <c:tx>
            <c:strRef>
              <c:f>Sheet1!$C$1</c:f>
              <c:strCache>
                <c:ptCount val="1"/>
                <c:pt idx="0">
                  <c:v>Alltag: seltene Spitze (99. Perzentil)</c:v>
                </c:pt>
              </c:strCache>
            </c:strRef>
          </c:tx>
          <c:spPr>
            <a:solidFill>
              <a:srgbClr val="4A5C66"/>
            </a:solidFill>
          </c:spPr>
          <c:cat>
            <c:strRef>
              <c:f>Sheet1!$A$2:$A$6</c:f>
              <c:strCache>
                <c:ptCount val="5"/>
                <c:pt idx="0">
                  <c:v>Kopf</c:v>
                </c:pt>
                <c:pt idx="1">
                  <c:v>Brust</c:v>
                </c:pt>
                <c:pt idx="2">
                  <c:v>Hosentasche</c:v>
                </c:pt>
                <c:pt idx="3">
                  <c:v>Schienbein
rechts</c:v>
                </c:pt>
                <c:pt idx="4">
                  <c:v>Schienbein
links</c:v>
                </c:pt>
              </c:strCache>
            </c:strRef>
          </c:cat>
          <c:val>
            <c:numRef>
              <c:f>Sheet1!$C$2:$C$6</c:f>
              <c:numCache>
                <c:formatCode>General</c:formatCode>
                <c:ptCount val="5"/>
                <c:pt idx="0">
                  <c:v>2.22</c:v>
                </c:pt>
                <c:pt idx="1">
                  <c:v>5.99</c:v>
                </c:pt>
                <c:pt idx="2">
                  <c:v>10.41</c:v>
                </c:pt>
                <c:pt idx="3">
                  <c:v>10.23</c:v>
                </c:pt>
                <c:pt idx="4">
                  <c:v>9.89</c:v>
                </c:pt>
              </c:numCache>
            </c:numRef>
          </c:val>
        </c:ser>
        <c:dLbls>
          <c:numFmt formatCode="0.0&quot; g&quot;" sourceLinked="0"/>
          <c:txPr>
            <a:bodyPr/>
            <a:lstStyle/>
            <a:p>
              <a:pPr>
                <a:defRPr sz="1200">
                  <a:solidFill>
                    <a:srgbClr val="263238"/>
                  </a:solidFill>
                </a:defRPr>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BBBBBB"/>
            </a:solidFill>
          </a:ln>
        </c:spPr>
        <c:txPr>
          <a:bodyPr/>
          <a:lstStyle/>
          <a:p>
            <a:pPr>
              <a:defRPr sz="1300"/>
            </a:pPr>
          </a:p>
        </c:txPr>
        <c:crossAx val="-2113994440"/>
        <c:crosses val="autoZero"/>
        <c:auto val="1"/>
        <c:lblAlgn val="ctr"/>
        <c:lblOffset val="100"/>
        <c:noMultiLvlLbl val="0"/>
      </c:catAx>
      <c:valAx>
        <c:axId val="-2113994440"/>
        <c:scaling>
          <c:max val="12.0"/>
          <c:min val="0.0"/>
        </c:scaling>
        <c:delete val="0"/>
        <c:axPos val="l"/>
        <c:majorGridlines>
          <c:spPr>
            <a:ln>
              <a:solidFill>
                <a:srgbClr val="DDDDDD"/>
              </a:solidFill>
            </a:ln>
          </c:spPr>
        </c:majorGridlines>
        <c:numFmt formatCode="0.0&quot; g&quot;" sourceLinked="0"/>
        <c:majorTickMark val="out"/>
        <c:minorTickMark val="none"/>
        <c:tickLblPos val="nextTo"/>
        <c:spPr>
          <a:ln>
            <a:noFill/>
          </a:ln>
        </c:spPr>
        <c:txPr>
          <a:bodyPr/>
          <a:lstStyle/>
          <a:p>
            <a:pPr>
              <a:defRPr sz="1200"/>
            </a:pPr>
          </a:p>
        </c:txPr>
        <c:crossAx val="-2068027336"/>
        <c:crosses val="autoZero"/>
      </c:valAx>
    </c:plotArea>
    <c:legend>
      <c:legendPos val="t"/>
      <c:overlay val="0"/>
      <c:txPr>
        <a:bodyPr/>
        <a:lstStyle/>
        <a:p>
          <a:pPr>
            <a:defRPr sz="1300"/>
          </a:pPr>
        </a:p>
      </c:txPr>
    </c:legend>
    <c:dispBlanksAs val="gap"/>
  </c:chart>
  <c:txPr>
    <a:bodyPr/>
    <a:lstStyle/>
    <a:p>
      <a:pPr>
        <a:defRPr sz="1300">
          <a:solidFill>
            <a:srgbClr val="4A5C66"/>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ohne Anpassung</c:v>
                </c:pt>
              </c:strCache>
            </c:strRef>
          </c:tx>
          <c:spPr>
            <a:solidFill>
              <a:srgbClr val="4A5C66"/>
            </a:solidFill>
          </c:spPr>
          <c:cat>
            <c:strRef>
              <c:f>Sheet1!$A$2:$A$5</c:f>
              <c:strCache>
                <c:ptCount val="4"/>
                <c:pt idx="0">
                  <c:v>KFall
Rücken</c:v>
                </c:pt>
                <c:pt idx="1">
                  <c:v>UMAFall
Taille</c:v>
                </c:pt>
                <c:pt idx="2">
                  <c:v>FallAllD
Taille</c:v>
                </c:pt>
                <c:pt idx="3">
                  <c:v>UMAFall
Knöchel</c:v>
                </c:pt>
              </c:strCache>
            </c:strRef>
          </c:cat>
          <c:val>
            <c:numRef>
              <c:f>Sheet1!$B$2:$B$5</c:f>
              <c:numCache>
                <c:formatCode>General</c:formatCode>
                <c:ptCount val="4"/>
                <c:pt idx="0">
                  <c:v>99.5</c:v>
                </c:pt>
                <c:pt idx="1">
                  <c:v>45.8</c:v>
                </c:pt>
                <c:pt idx="2">
                  <c:v>11.3</c:v>
                </c:pt>
                <c:pt idx="3">
                  <c:v>25.0</c:v>
                </c:pt>
              </c:numCache>
            </c:numRef>
          </c:val>
        </c:ser>
        <c:ser>
          <c:idx val="1"/>
          <c:order val="1"/>
          <c:tx>
            <c:strRef>
              <c:f>Sheet1!$C$1</c:f>
              <c:strCache>
                <c:ptCount val="1"/>
                <c:pt idx="0">
                  <c:v>nach Nachtraining</c:v>
                </c:pt>
              </c:strCache>
            </c:strRef>
          </c:tx>
          <c:spPr>
            <a:solidFill>
              <a:srgbClr val="80BA24"/>
            </a:solidFill>
          </c:spPr>
          <c:cat>
            <c:strRef>
              <c:f>Sheet1!$A$2:$A$5</c:f>
              <c:strCache>
                <c:ptCount val="4"/>
                <c:pt idx="0">
                  <c:v>KFall
Rücken</c:v>
                </c:pt>
                <c:pt idx="1">
                  <c:v>UMAFall
Taille</c:v>
                </c:pt>
                <c:pt idx="2">
                  <c:v>FallAllD
Taille</c:v>
                </c:pt>
                <c:pt idx="3">
                  <c:v>UMAFall
Knöchel</c:v>
                </c:pt>
              </c:strCache>
            </c:strRef>
          </c:cat>
          <c:val>
            <c:numRef>
              <c:f>Sheet1!$C$2:$C$5</c:f>
              <c:numCache>
                <c:formatCode>General</c:formatCode>
                <c:ptCount val="4"/>
                <c:pt idx="0">
                  <c:v>100.0</c:v>
                </c:pt>
                <c:pt idx="1">
                  <c:v>93.8</c:v>
                </c:pt>
                <c:pt idx="2">
                  <c:v>75.8</c:v>
                </c:pt>
                <c:pt idx="3">
                  <c:v>25.0</c:v>
                </c:pt>
              </c:numCache>
            </c:numRef>
          </c:val>
        </c:ser>
        <c:dLbls>
          <c:numFmt formatCode="0&quot;%&quot;" sourceLinked="0"/>
          <c:txPr>
            <a:bodyPr/>
            <a:lstStyle/>
            <a:p>
              <a:pPr>
                <a:defRPr sz="1200">
                  <a:solidFill>
                    <a:srgbClr val="263238"/>
                  </a:solidFill>
                </a:defRPr>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BBBBBB"/>
            </a:solidFill>
          </a:ln>
        </c:spPr>
        <c:txPr>
          <a:bodyPr/>
          <a:lstStyle/>
          <a:p>
            <a:pPr>
              <a:defRPr sz="1300"/>
            </a:pPr>
          </a:p>
        </c:txPr>
        <c:crossAx val="-2113994440"/>
        <c:crosses val="autoZero"/>
        <c:auto val="1"/>
        <c:lblAlgn val="ctr"/>
        <c:lblOffset val="100"/>
        <c:noMultiLvlLbl val="0"/>
      </c:catAx>
      <c:valAx>
        <c:axId val="-2113994440"/>
        <c:scaling>
          <c:max val="110.0"/>
          <c:min val="0.0"/>
        </c:scaling>
        <c:delete val="0"/>
        <c:axPos val="l"/>
        <c:majorGridlines>
          <c:spPr>
            <a:ln>
              <a:solidFill>
                <a:srgbClr val="DDDDDD"/>
              </a:solidFill>
            </a:ln>
          </c:spPr>
        </c:majorGridlines>
        <c:numFmt formatCode="0&quot;%&quot;" sourceLinked="0"/>
        <c:majorTickMark val="out"/>
        <c:minorTickMark val="none"/>
        <c:tickLblPos val="nextTo"/>
        <c:spPr>
          <a:ln>
            <a:noFill/>
          </a:ln>
        </c:spPr>
        <c:txPr>
          <a:bodyPr/>
          <a:lstStyle/>
          <a:p>
            <a:pPr>
              <a:defRPr sz="1200"/>
            </a:pPr>
          </a:p>
        </c:txPr>
        <c:crossAx val="-2068027336"/>
        <c:crosses val="autoZero"/>
      </c:valAx>
    </c:plotArea>
    <c:legend>
      <c:legendPos val="t"/>
      <c:overlay val="0"/>
      <c:txPr>
        <a:bodyPr/>
        <a:lstStyle/>
        <a:p>
          <a:pPr>
            <a:defRPr sz="1300"/>
          </a:pPr>
        </a:p>
      </c:txPr>
    </c:legend>
    <c:dispBlanksAs val="gap"/>
  </c:chart>
  <c:txPr>
    <a:bodyPr/>
    <a:lstStyle/>
    <a:p>
      <a:pPr>
        <a:defRPr sz="1300">
          <a:solidFill>
            <a:srgbClr val="4A5C66"/>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linke Seite</c:v>
                </c:pt>
              </c:strCache>
            </c:strRef>
          </c:tx>
          <c:spPr>
            <a:solidFill>
              <a:srgbClr val="A9B4BA"/>
            </a:solidFill>
          </c:spPr>
          <c:cat>
            <c:strRef>
              <c:f>Sheet1!$A$2:$A$4</c:f>
              <c:strCache>
                <c:ptCount val="3"/>
                <c:pt idx="0">
                  <c:v>Oberarm</c:v>
                </c:pt>
                <c:pt idx="1">
                  <c:v>Handgelenk</c:v>
                </c:pt>
                <c:pt idx="2">
                  <c:v>Schienbein</c:v>
                </c:pt>
              </c:strCache>
            </c:strRef>
          </c:cat>
          <c:val>
            <c:numRef>
              <c:f>Sheet1!$B$2:$B$4</c:f>
              <c:numCache>
                <c:formatCode>General</c:formatCode>
                <c:ptCount val="3"/>
                <c:pt idx="0">
                  <c:v>5.1</c:v>
                </c:pt>
                <c:pt idx="1">
                  <c:v>13.5</c:v>
                </c:pt>
                <c:pt idx="2">
                  <c:v>12.2</c:v>
                </c:pt>
              </c:numCache>
            </c:numRef>
          </c:val>
        </c:ser>
        <c:ser>
          <c:idx val="1"/>
          <c:order val="1"/>
          <c:tx>
            <c:strRef>
              <c:f>Sheet1!$C$1</c:f>
              <c:strCache>
                <c:ptCount val="1"/>
                <c:pt idx="0">
                  <c:v>linke Seite, gespiegelt</c:v>
                </c:pt>
              </c:strCache>
            </c:strRef>
          </c:tx>
          <c:spPr>
            <a:solidFill>
              <a:srgbClr val="80BA24"/>
            </a:solidFill>
          </c:spPr>
          <c:cat>
            <c:strRef>
              <c:f>Sheet1!$A$2:$A$4</c:f>
              <c:strCache>
                <c:ptCount val="3"/>
                <c:pt idx="0">
                  <c:v>Oberarm</c:v>
                </c:pt>
                <c:pt idx="1">
                  <c:v>Handgelenk</c:v>
                </c:pt>
                <c:pt idx="2">
                  <c:v>Schienbein</c:v>
                </c:pt>
              </c:strCache>
            </c:strRef>
          </c:cat>
          <c:val>
            <c:numRef>
              <c:f>Sheet1!$C$2:$C$4</c:f>
              <c:numCache>
                <c:formatCode>General</c:formatCode>
                <c:ptCount val="3"/>
                <c:pt idx="0">
                  <c:v>53.8</c:v>
                </c:pt>
                <c:pt idx="1">
                  <c:v>57.5</c:v>
                </c:pt>
                <c:pt idx="2">
                  <c:v>48.3</c:v>
                </c:pt>
              </c:numCache>
            </c:numRef>
          </c:val>
        </c:ser>
        <c:ser>
          <c:idx val="2"/>
          <c:order val="2"/>
          <c:tx>
            <c:strRef>
              <c:f>Sheet1!$D$1</c:f>
              <c:strCache>
                <c:ptCount val="1"/>
                <c:pt idx="0">
                  <c:v>rechte Seite</c:v>
                </c:pt>
              </c:strCache>
            </c:strRef>
          </c:tx>
          <c:spPr>
            <a:solidFill>
              <a:srgbClr val="4A5C66"/>
            </a:solidFill>
          </c:spPr>
          <c:cat>
            <c:strRef>
              <c:f>Sheet1!$A$2:$A$4</c:f>
              <c:strCache>
                <c:ptCount val="3"/>
                <c:pt idx="0">
                  <c:v>Oberarm</c:v>
                </c:pt>
                <c:pt idx="1">
                  <c:v>Handgelenk</c:v>
                </c:pt>
                <c:pt idx="2">
                  <c:v>Schienbein</c:v>
                </c:pt>
              </c:strCache>
            </c:strRef>
          </c:cat>
          <c:val>
            <c:numRef>
              <c:f>Sheet1!$D$2:$D$4</c:f>
              <c:numCache>
                <c:formatCode>General</c:formatCode>
                <c:ptCount val="3"/>
                <c:pt idx="0">
                  <c:v>47.3</c:v>
                </c:pt>
                <c:pt idx="1">
                  <c:v>50.9</c:v>
                </c:pt>
                <c:pt idx="2">
                  <c:v>48.3</c:v>
                </c:pt>
              </c:numCache>
            </c:numRef>
          </c:val>
        </c:ser>
        <c:dLbls>
          <c:numFmt formatCode="0&quot;%&quot;" sourceLinked="0"/>
          <c:txPr>
            <a:bodyPr/>
            <a:lstStyle/>
            <a:p>
              <a:pPr>
                <a:defRPr sz="1200">
                  <a:solidFill>
                    <a:srgbClr val="263238"/>
                  </a:solidFill>
                </a:defRPr>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BBBBBB"/>
            </a:solidFill>
          </a:ln>
        </c:spPr>
        <c:txPr>
          <a:bodyPr/>
          <a:lstStyle/>
          <a:p>
            <a:pPr>
              <a:defRPr sz="1300"/>
            </a:pPr>
          </a:p>
        </c:txPr>
        <c:crossAx val="-2113994440"/>
        <c:crosses val="autoZero"/>
        <c:auto val="1"/>
        <c:lblAlgn val="ctr"/>
        <c:lblOffset val="100"/>
        <c:noMultiLvlLbl val="0"/>
      </c:catAx>
      <c:valAx>
        <c:axId val="-2113994440"/>
        <c:scaling>
          <c:max val="70.0"/>
          <c:min val="0.0"/>
        </c:scaling>
        <c:delete val="0"/>
        <c:axPos val="l"/>
        <c:majorGridlines>
          <c:spPr>
            <a:ln>
              <a:solidFill>
                <a:srgbClr val="DDDDDD"/>
              </a:solidFill>
            </a:ln>
          </c:spPr>
        </c:majorGridlines>
        <c:numFmt formatCode="0&quot;%&quot;" sourceLinked="0"/>
        <c:majorTickMark val="out"/>
        <c:minorTickMark val="none"/>
        <c:tickLblPos val="nextTo"/>
        <c:spPr>
          <a:ln>
            <a:noFill/>
          </a:ln>
        </c:spPr>
        <c:txPr>
          <a:bodyPr/>
          <a:lstStyle/>
          <a:p>
            <a:pPr>
              <a:defRPr sz="1200"/>
            </a:pPr>
          </a:p>
        </c:txPr>
        <c:crossAx val="-2068027336"/>
        <c:crosses val="autoZero"/>
      </c:valAx>
    </c:plotArea>
    <c:legend>
      <c:legendPos val="t"/>
      <c:overlay val="0"/>
      <c:txPr>
        <a:bodyPr/>
        <a:lstStyle/>
        <a:p>
          <a:pPr>
            <a:defRPr sz="1300"/>
          </a:pPr>
        </a:p>
      </c:txPr>
    </c:legend>
    <c:dispBlanksAs val="gap"/>
  </c:chart>
  <c:txPr>
    <a:bodyPr/>
    <a:lstStyle/>
    <a:p>
      <a:pPr>
        <a:defRPr sz="1300">
          <a:solidFill>
            <a:srgbClr val="4A5C66"/>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63238"/>
                </a:solidFill>
              </a:rPr>
              <a:t>Fehlalarme je Stunde an der Sohle</a:t>
            </a:r>
          </a:p>
        </c:rich>
      </c:tx>
      <c:layout/>
      <c:overlay val="0"/>
    </c:title>
    <c:autoTitleDeleted val="0"/>
    <c:plotArea>
      <c:barChart>
        <c:barDir val="col"/>
        <c:grouping val="clustered"/>
        <c:ser>
          <c:idx val="0"/>
          <c:order val="0"/>
          <c:tx>
            <c:strRef>
              <c:f>Sheet1!$B$1</c:f>
              <c:strCache>
                <c:ptCount val="1"/>
                <c:pt idx="0">
                  <c:v>Fehlalarme je Stunde (Smart-Insole)</c:v>
                </c:pt>
              </c:strCache>
            </c:strRef>
          </c:tx>
          <c:spPr>
            <a:solidFill>
              <a:srgbClr val="B3263E"/>
            </a:solidFill>
          </c:spPr>
          <c:cat>
            <c:strRef>
              <c:f>Sheet1!$A$2:$A$4</c:f>
              <c:strCache>
                <c:ptCount val="3"/>
                <c:pt idx="0">
                  <c:v>ohne Sohlendaten</c:v>
                </c:pt>
                <c:pt idx="1">
                  <c:v>+ ImbalanSense</c:v>
                </c:pt>
                <c:pt idx="2">
                  <c:v>+ ImbalanSense
+ Smart-Insole</c:v>
                </c:pt>
              </c:strCache>
            </c:strRef>
          </c:cat>
          <c:val>
            <c:numRef>
              <c:f>Sheet1!$B$2:$B$4</c:f>
              <c:numCache>
                <c:formatCode>General</c:formatCode>
                <c:ptCount val="3"/>
                <c:pt idx="0">
                  <c:v>310</c:v>
                </c:pt>
                <c:pt idx="1">
                  <c:v>28</c:v>
                </c:pt>
                <c:pt idx="2">
                  <c:v>11</c:v>
                </c:pt>
              </c:numCache>
            </c:numRef>
          </c:val>
        </c:ser>
        <c:dLbls>
          <c:numFmt formatCode="0" sourceLinked="0"/>
          <c:txPr>
            <a:bodyPr/>
            <a:lstStyle/>
            <a:p>
              <a:pPr>
                <a:defRPr sz="1200">
                  <a:solidFill>
                    <a:srgbClr val="263238"/>
                  </a:solidFill>
                </a:defRPr>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BBBBBB"/>
            </a:solidFill>
          </a:ln>
        </c:spPr>
        <c:txPr>
          <a:bodyPr/>
          <a:lstStyle/>
          <a:p>
            <a:pPr>
              <a:defRPr sz="1300"/>
            </a:pPr>
          </a:p>
        </c:txPr>
        <c:crossAx val="-2113994440"/>
        <c:crosses val="autoZero"/>
        <c:auto val="1"/>
        <c:lblAlgn val="ctr"/>
        <c:lblOffset val="100"/>
        <c:noMultiLvlLbl val="0"/>
      </c:catAx>
      <c:valAx>
        <c:axId val="-2113994440"/>
        <c:scaling>
          <c:max val="360.0"/>
          <c:min val="0.0"/>
        </c:scaling>
        <c:delete val="0"/>
        <c:axPos val="l"/>
        <c:majorGridlines>
          <c:spPr>
            <a:ln>
              <a:solidFill>
                <a:srgbClr val="DDDDDD"/>
              </a:solidFill>
            </a:ln>
          </c:spPr>
        </c:majorGridlines>
        <c:numFmt formatCode="0" sourceLinked="0"/>
        <c:majorTickMark val="out"/>
        <c:minorTickMark val="none"/>
        <c:tickLblPos val="nextTo"/>
        <c:spPr>
          <a:ln>
            <a:noFill/>
          </a:ln>
        </c:spPr>
        <c:txPr>
          <a:bodyPr/>
          <a:lstStyle/>
          <a:p>
            <a:pPr>
              <a:defRPr sz="1200"/>
            </a:pPr>
          </a:p>
        </c:txPr>
        <c:crossAx val="-2068027336"/>
        <c:crosses val="autoZero"/>
      </c:valAx>
    </c:plotArea>
    <c:dispBlanksAs val="gap"/>
  </c:chart>
  <c:txPr>
    <a:bodyPr/>
    <a:lstStyle/>
    <a:p>
      <a:pPr>
        <a:defRPr sz="1300">
          <a:solidFill>
            <a:srgbClr val="4A5C66"/>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63238"/>
                </a:solidFill>
              </a:rPr>
              <a:t>Sensitivität am Schienbein</a:t>
            </a:r>
          </a:p>
        </c:rich>
      </c:tx>
      <c:layout/>
      <c:overlay val="0"/>
    </c:title>
    <c:autoTitleDeleted val="0"/>
    <c:plotArea>
      <c:barChart>
        <c:barDir val="col"/>
        <c:grouping val="clustered"/>
        <c:ser>
          <c:idx val="0"/>
          <c:order val="0"/>
          <c:tx>
            <c:strRef>
              <c:f>Sheet1!$B$1</c:f>
              <c:strCache>
                <c:ptCount val="1"/>
                <c:pt idx="0">
                  <c:v>Sensitivität Schienbein</c:v>
                </c:pt>
              </c:strCache>
            </c:strRef>
          </c:tx>
          <c:spPr>
            <a:solidFill>
              <a:srgbClr val="80BA24"/>
            </a:solidFill>
          </c:spPr>
          <c:cat>
            <c:strRef>
              <c:f>Sheet1!$A$2:$A$4</c:f>
              <c:strCache>
                <c:ptCount val="3"/>
                <c:pt idx="0">
                  <c:v>ohne Sohlendaten</c:v>
                </c:pt>
                <c:pt idx="1">
                  <c:v>+ ImbalanSense</c:v>
                </c:pt>
                <c:pt idx="2">
                  <c:v>+ ImbalanSense
+ Smart-Insole</c:v>
                </c:pt>
              </c:strCache>
            </c:strRef>
          </c:cat>
          <c:val>
            <c:numRef>
              <c:f>Sheet1!$B$2:$B$4</c:f>
              <c:numCache>
                <c:formatCode>General</c:formatCode>
                <c:ptCount val="3"/>
                <c:pt idx="0">
                  <c:v>84.3</c:v>
                </c:pt>
                <c:pt idx="1">
                  <c:v>84.0</c:v>
                </c:pt>
                <c:pt idx="2">
                  <c:v>82.1</c:v>
                </c:pt>
              </c:numCache>
            </c:numRef>
          </c:val>
        </c:ser>
        <c:dLbls>
          <c:numFmt formatCode="0.0&quot;%&quot;" sourceLinked="0"/>
          <c:txPr>
            <a:bodyPr/>
            <a:lstStyle/>
            <a:p>
              <a:pPr>
                <a:defRPr sz="1200">
                  <a:solidFill>
                    <a:srgbClr val="263238"/>
                  </a:solidFill>
                </a:defRPr>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BBBBBB"/>
            </a:solidFill>
          </a:ln>
        </c:spPr>
        <c:txPr>
          <a:bodyPr/>
          <a:lstStyle/>
          <a:p>
            <a:pPr>
              <a:defRPr sz="1300"/>
            </a:pPr>
          </a:p>
        </c:txPr>
        <c:crossAx val="-2113994440"/>
        <c:crosses val="autoZero"/>
        <c:auto val="1"/>
        <c:lblAlgn val="ctr"/>
        <c:lblOffset val="100"/>
        <c:noMultiLvlLbl val="0"/>
      </c:catAx>
      <c:valAx>
        <c:axId val="-2113994440"/>
        <c:scaling>
          <c:max val="100.0"/>
          <c:min val="0.0"/>
        </c:scaling>
        <c:delete val="0"/>
        <c:axPos val="l"/>
        <c:majorGridlines>
          <c:spPr>
            <a:ln>
              <a:solidFill>
                <a:srgbClr val="DDDDDD"/>
              </a:solidFill>
            </a:ln>
          </c:spPr>
        </c:majorGridlines>
        <c:numFmt formatCode="0.0&quot;%&quot;" sourceLinked="0"/>
        <c:majorTickMark val="out"/>
        <c:minorTickMark val="none"/>
        <c:tickLblPos val="nextTo"/>
        <c:spPr>
          <a:ln>
            <a:noFill/>
          </a:ln>
        </c:spPr>
        <c:txPr>
          <a:bodyPr/>
          <a:lstStyle/>
          <a:p>
            <a:pPr>
              <a:defRPr sz="1200"/>
            </a:pPr>
          </a:p>
        </c:txPr>
        <c:crossAx val="-2068027336"/>
        <c:crosses val="autoZero"/>
      </c:valAx>
    </c:plotArea>
    <c:dispBlanksAs val="gap"/>
  </c:chart>
  <c:txPr>
    <a:bodyPr/>
    <a:lstStyle/>
    <a:p>
      <a:pPr>
        <a:defRPr sz="1300">
          <a:solidFill>
            <a:srgbClr val="4A5C66"/>
          </a:solidFil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Sensor wie im Test</c:v>
                </c:pt>
              </c:strCache>
            </c:strRef>
          </c:tx>
          <c:spPr>
            <a:solidFill>
              <a:srgbClr val="4A5C66"/>
            </a:solidFill>
          </c:spPr>
          <c:cat>
            <c:strRef>
              <c:f>Sheet1!$A$2:$A$6</c:f>
              <c:strCache>
                <c:ptCount val="5"/>
                <c:pt idx="0">
                  <c:v>nur Hüfte</c:v>
                </c:pt>
                <c:pt idx="1">
                  <c:v>+ Rücken</c:v>
                </c:pt>
                <c:pt idx="2">
                  <c:v>Bein + Fuß
ohne Vortraining</c:v>
                </c:pt>
                <c:pt idx="3">
                  <c:v>Bein + Fuß</c:v>
                </c:pt>
                <c:pt idx="4">
                  <c:v>Bein + Fuß
augmentiert</c:v>
                </c:pt>
              </c:strCache>
            </c:strRef>
          </c:cat>
          <c:val>
            <c:numRef>
              <c:f>Sheet1!$B$2:$B$6</c:f>
              <c:numCache>
                <c:formatCode>General</c:formatCode>
                <c:ptCount val="5"/>
                <c:pt idx="0">
                  <c:v>30.2</c:v>
                </c:pt>
                <c:pt idx="1">
                  <c:v>21.1</c:v>
                </c:pt>
                <c:pt idx="2">
                  <c:v>83.6</c:v>
                </c:pt>
                <c:pt idx="3">
                  <c:v>84.1</c:v>
                </c:pt>
                <c:pt idx="4">
                  <c:v>84.7</c:v>
                </c:pt>
              </c:numCache>
            </c:numRef>
          </c:val>
        </c:ser>
        <c:ser>
          <c:idx val="1"/>
          <c:order val="1"/>
          <c:tx>
            <c:strRef>
              <c:f>Sheet1!$C$1</c:f>
              <c:strCache>
                <c:ptCount val="1"/>
                <c:pt idx="0">
                  <c:v>Sensor zufällig gedreht</c:v>
                </c:pt>
              </c:strCache>
            </c:strRef>
          </c:tx>
          <c:spPr>
            <a:solidFill>
              <a:srgbClr val="80BA24"/>
            </a:solidFill>
          </c:spPr>
          <c:cat>
            <c:strRef>
              <c:f>Sheet1!$A$2:$A$6</c:f>
              <c:strCache>
                <c:ptCount val="5"/>
                <c:pt idx="0">
                  <c:v>nur Hüfte</c:v>
                </c:pt>
                <c:pt idx="1">
                  <c:v>+ Rücken</c:v>
                </c:pt>
                <c:pt idx="2">
                  <c:v>Bein + Fuß
ohne Vortraining</c:v>
                </c:pt>
                <c:pt idx="3">
                  <c:v>Bein + Fuß</c:v>
                </c:pt>
                <c:pt idx="4">
                  <c:v>Bein + Fuß
augmentiert</c:v>
                </c:pt>
              </c:strCache>
            </c:strRef>
          </c:cat>
          <c:val>
            <c:numRef>
              <c:f>Sheet1!$C$2:$C$6</c:f>
              <c:numCache>
                <c:formatCode>General</c:formatCode>
                <c:ptCount val="5"/>
                <c:pt idx="0">
                  <c:v>27.1</c:v>
                </c:pt>
                <c:pt idx="1">
                  <c:v>16.8</c:v>
                </c:pt>
                <c:pt idx="2">
                  <c:v>51.6</c:v>
                </c:pt>
                <c:pt idx="3">
                  <c:v>57.9</c:v>
                </c:pt>
                <c:pt idx="4">
                  <c:v>75.8</c:v>
                </c:pt>
              </c:numCache>
            </c:numRef>
          </c:val>
        </c:ser>
        <c:dLbls>
          <c:numFmt formatCode="0&quot;%&quot;" sourceLinked="0"/>
          <c:txPr>
            <a:bodyPr/>
            <a:lstStyle/>
            <a:p>
              <a:pPr>
                <a:defRPr sz="1200">
                  <a:solidFill>
                    <a:srgbClr val="263238"/>
                  </a:solidFill>
                </a:defRPr>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BBBBBB"/>
            </a:solidFill>
          </a:ln>
        </c:spPr>
        <c:txPr>
          <a:bodyPr/>
          <a:lstStyle/>
          <a:p>
            <a:pPr>
              <a:defRPr sz="1300"/>
            </a:pPr>
          </a:p>
        </c:txPr>
        <c:crossAx val="-2113994440"/>
        <c:crosses val="autoZero"/>
        <c:auto val="1"/>
        <c:lblAlgn val="ctr"/>
        <c:lblOffset val="100"/>
        <c:noMultiLvlLbl val="0"/>
      </c:catAx>
      <c:valAx>
        <c:axId val="-2113994440"/>
        <c:scaling>
          <c:max val="100.0"/>
          <c:min val="0.0"/>
        </c:scaling>
        <c:delete val="0"/>
        <c:axPos val="l"/>
        <c:majorGridlines>
          <c:spPr>
            <a:ln>
              <a:solidFill>
                <a:srgbClr val="DDDDDD"/>
              </a:solidFill>
            </a:ln>
          </c:spPr>
        </c:majorGridlines>
        <c:numFmt formatCode="0&quot;%&quot;" sourceLinked="0"/>
        <c:majorTickMark val="out"/>
        <c:minorTickMark val="none"/>
        <c:tickLblPos val="nextTo"/>
        <c:spPr>
          <a:ln>
            <a:noFill/>
          </a:ln>
        </c:spPr>
        <c:txPr>
          <a:bodyPr/>
          <a:lstStyle/>
          <a:p>
            <a:pPr>
              <a:defRPr sz="1200"/>
            </a:pPr>
          </a:p>
        </c:txPr>
        <c:crossAx val="-2068027336"/>
        <c:crosses val="autoZero"/>
      </c:valAx>
    </c:plotArea>
    <c:legend>
      <c:legendPos val="t"/>
      <c:overlay val="0"/>
      <c:txPr>
        <a:bodyPr/>
        <a:lstStyle/>
        <a:p>
          <a:pPr>
            <a:defRPr sz="1300"/>
          </a:pPr>
        </a:p>
      </c:txPr>
    </c:legend>
    <c:dispBlanksAs val="gap"/>
  </c:chart>
  <c:txPr>
    <a:bodyPr/>
    <a:lstStyle/>
    <a:p>
      <a:pPr>
        <a:defRPr sz="1300">
          <a:solidFill>
            <a:srgbClr val="4A5C66"/>
          </a:solidFil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rechte Sohle</c:v>
                </c:pt>
              </c:strCache>
            </c:strRef>
          </c:tx>
          <c:spPr>
            <a:solidFill>
              <a:srgbClr val="4A5C66"/>
            </a:solidFill>
          </c:spPr>
          <c:cat>
            <c:strRef>
              <c:f>Sheet1!$A$2:$A$6</c:f>
              <c:strCache>
                <c:ptCount val="5"/>
                <c:pt idx="0">
                  <c:v>stärkste
Alltagsbewegung</c:v>
                </c:pt>
                <c:pt idx="1">
                  <c:v>Sturz
seitlich</c:v>
                </c:pt>
                <c:pt idx="2">
                  <c:v>Sturz
rückwärts</c:v>
                </c:pt>
                <c:pt idx="3">
                  <c:v>Sturz
auf die Knie</c:v>
                </c:pt>
                <c:pt idx="4">
                  <c:v>Sturz
vorwärts</c:v>
                </c:pt>
              </c:strCache>
            </c:strRef>
          </c:cat>
          <c:val>
            <c:numRef>
              <c:f>Sheet1!$B$2:$B$6</c:f>
              <c:numCache>
                <c:formatCode>General</c:formatCode>
                <c:ptCount val="5"/>
                <c:pt idx="0">
                  <c:v>6.51</c:v>
                </c:pt>
                <c:pt idx="1">
                  <c:v>5.35</c:v>
                </c:pt>
                <c:pt idx="2">
                  <c:v>3.98</c:v>
                </c:pt>
                <c:pt idx="3">
                  <c:v>3.47</c:v>
                </c:pt>
                <c:pt idx="4">
                  <c:v>2.3</c:v>
                </c:pt>
              </c:numCache>
            </c:numRef>
          </c:val>
        </c:ser>
        <c:ser>
          <c:idx val="1"/>
          <c:order val="1"/>
          <c:tx>
            <c:strRef>
              <c:f>Sheet1!$C$1</c:f>
              <c:strCache>
                <c:ptCount val="1"/>
                <c:pt idx="0">
                  <c:v>linke Sohle</c:v>
                </c:pt>
              </c:strCache>
            </c:strRef>
          </c:tx>
          <c:spPr>
            <a:solidFill>
              <a:srgbClr val="80BA24"/>
            </a:solidFill>
          </c:spPr>
          <c:cat>
            <c:strRef>
              <c:f>Sheet1!$A$2:$A$6</c:f>
              <c:strCache>
                <c:ptCount val="5"/>
                <c:pt idx="0">
                  <c:v>stärkste
Alltagsbewegung</c:v>
                </c:pt>
                <c:pt idx="1">
                  <c:v>Sturz
seitlich</c:v>
                </c:pt>
                <c:pt idx="2">
                  <c:v>Sturz
rückwärts</c:v>
                </c:pt>
                <c:pt idx="3">
                  <c:v>Sturz
auf die Knie</c:v>
                </c:pt>
                <c:pt idx="4">
                  <c:v>Sturz
vorwärts</c:v>
                </c:pt>
              </c:strCache>
            </c:strRef>
          </c:cat>
          <c:val>
            <c:numRef>
              <c:f>Sheet1!$C$2:$C$6</c:f>
              <c:numCache>
                <c:formatCode>General</c:formatCode>
                <c:ptCount val="5"/>
                <c:pt idx="0">
                  <c:v>7.68</c:v>
                </c:pt>
                <c:pt idx="1">
                  <c:v>4.11</c:v>
                </c:pt>
                <c:pt idx="2">
                  <c:v>4.65</c:v>
                </c:pt>
                <c:pt idx="3">
                  <c:v>5.69</c:v>
                </c:pt>
                <c:pt idx="4">
                  <c:v>3.53</c:v>
                </c:pt>
              </c:numCache>
            </c:numRef>
          </c:val>
        </c:ser>
        <c:dLbls>
          <c:numFmt formatCode="0.0&quot; g&quot;" sourceLinked="0"/>
          <c:txPr>
            <a:bodyPr/>
            <a:lstStyle/>
            <a:p>
              <a:pPr>
                <a:defRPr sz="1200">
                  <a:solidFill>
                    <a:srgbClr val="263238"/>
                  </a:solidFill>
                </a:defRPr>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BBBBBB"/>
            </a:solidFill>
          </a:ln>
        </c:spPr>
        <c:txPr>
          <a:bodyPr/>
          <a:lstStyle/>
          <a:p>
            <a:pPr>
              <a:defRPr sz="1300"/>
            </a:pPr>
          </a:p>
        </c:txPr>
        <c:crossAx val="-2113994440"/>
        <c:crosses val="autoZero"/>
        <c:auto val="1"/>
        <c:lblAlgn val="ctr"/>
        <c:lblOffset val="100"/>
        <c:noMultiLvlLbl val="0"/>
      </c:catAx>
      <c:valAx>
        <c:axId val="-2113994440"/>
        <c:scaling>
          <c:max val="9.0"/>
          <c:min val="0.0"/>
        </c:scaling>
        <c:delete val="0"/>
        <c:axPos val="l"/>
        <c:majorGridlines>
          <c:spPr>
            <a:ln>
              <a:solidFill>
                <a:srgbClr val="DDDDDD"/>
              </a:solidFill>
            </a:ln>
          </c:spPr>
        </c:majorGridlines>
        <c:numFmt formatCode="0.0&quot; g&quot;" sourceLinked="0"/>
        <c:majorTickMark val="out"/>
        <c:minorTickMark val="none"/>
        <c:tickLblPos val="nextTo"/>
        <c:spPr>
          <a:ln>
            <a:noFill/>
          </a:ln>
        </c:spPr>
        <c:txPr>
          <a:bodyPr/>
          <a:lstStyle/>
          <a:p>
            <a:pPr>
              <a:defRPr sz="1200"/>
            </a:pPr>
          </a:p>
        </c:txPr>
        <c:crossAx val="-2068027336"/>
        <c:crosses val="autoZero"/>
      </c:valAx>
    </c:plotArea>
    <c:legend>
      <c:legendPos val="t"/>
      <c:overlay val="0"/>
      <c:txPr>
        <a:bodyPr/>
        <a:lstStyle/>
        <a:p>
          <a:pPr>
            <a:defRPr sz="1300"/>
          </a:pPr>
        </a:p>
      </c:txPr>
    </c:legend>
    <c:dispBlanksAs val="gap"/>
  </c:chart>
  <c:txPr>
    <a:bodyPr/>
    <a:lstStyle/>
    <a:p>
      <a:pPr>
        <a:defRPr sz="1300">
          <a:solidFill>
            <a:srgbClr val="4A5C66"/>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de-DE"/>
          </a:p>
        </p:txBody>
      </p:sp>
      <p:sp>
        <p:nvSpPr>
          <p:cNvPr id="3" name="Datumsplatzhalter 2"/>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37549A58-65A2-1C4E-BD33-6061F52BCE58}" type="datetimeFigureOut">
              <a:rPr lang="de-DE" altLang="de-DE"/>
              <a:pPr>
                <a:defRPr/>
              </a:pPr>
              <a:t>01.09.20</a:t>
            </a:fld>
            <a:endParaRPr lang="de-DE" altLang="de-DE"/>
          </a:p>
        </p:txBody>
      </p:sp>
      <p:sp>
        <p:nvSpPr>
          <p:cNvPr id="4" name="Fußzeilenplatzhalter 3"/>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de-DE"/>
          </a:p>
        </p:txBody>
      </p:sp>
      <p:sp>
        <p:nvSpPr>
          <p:cNvPr id="5" name="Foliennummernplatzhalter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3A2CBF72-E928-E147-A1D9-782F6DF0FEAB}" type="slidenum">
              <a:rPr lang="de-DE" altLang="de-DE"/>
              <a:pPr>
                <a:defRPr/>
              </a:pPr>
              <a:t>‹Nr.›</a:t>
            </a:fld>
            <a:endParaRPr lang="de-DE" altLang="de-DE"/>
          </a:p>
        </p:txBody>
      </p:sp>
    </p:spTree>
    <p:extLst>
      <p:ext uri="{BB962C8B-B14F-4D97-AF65-F5344CB8AC3E}">
        <p14:creationId xmlns:p14="http://schemas.microsoft.com/office/powerpoint/2010/main" val="2116654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Arial" charset="0"/>
              </a:defRPr>
            </a:lvl1pPr>
          </a:lstStyle>
          <a:p>
            <a:pPr>
              <a:defRPr/>
            </a:pPr>
            <a:endParaRPr lang="de-DE"/>
          </a:p>
        </p:txBody>
      </p:sp>
      <p:sp>
        <p:nvSpPr>
          <p:cNvPr id="20483"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8B8FA84D-43F1-B541-9232-7D50279E8043}" type="datetimeFigureOut">
              <a:rPr lang="de-DE" altLang="de-DE"/>
              <a:pPr>
                <a:defRPr/>
              </a:pPr>
              <a:t>01.09.20</a:t>
            </a:fld>
            <a:endParaRPr lang="de-DE" altLang="de-DE"/>
          </a:p>
        </p:txBody>
      </p:sp>
      <p:sp>
        <p:nvSpPr>
          <p:cNvPr id="1741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0485"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de-DE" altLang="de-DE" noProof="0"/>
              <a:t>Textmasterformate durch Klicken bearbeiten</a:t>
            </a:r>
          </a:p>
          <a:p>
            <a:pPr lvl="1"/>
            <a:r>
              <a:rPr lang="de-DE" altLang="de-DE" noProof="0"/>
              <a:t>Zweite Ebene</a:t>
            </a:r>
          </a:p>
          <a:p>
            <a:pPr lvl="2"/>
            <a:r>
              <a:rPr lang="de-DE" altLang="de-DE" noProof="0"/>
              <a:t>Dritte Ebene</a:t>
            </a:r>
          </a:p>
          <a:p>
            <a:pPr lvl="3"/>
            <a:r>
              <a:rPr lang="de-DE" altLang="de-DE" noProof="0"/>
              <a:t>Vierte Ebene</a:t>
            </a:r>
          </a:p>
          <a:p>
            <a:pPr lvl="4"/>
            <a:r>
              <a:rPr lang="de-DE" altLang="de-DE" noProof="0"/>
              <a:t>Fünfte Ebene</a:t>
            </a:r>
          </a:p>
        </p:txBody>
      </p:sp>
      <p:sp>
        <p:nvSpPr>
          <p:cNvPr id="20486"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Arial" charset="0"/>
              </a:defRPr>
            </a:lvl1pPr>
          </a:lstStyle>
          <a:p>
            <a:pPr>
              <a:defRPr/>
            </a:pPr>
            <a:endParaRPr lang="de-DE"/>
          </a:p>
        </p:txBody>
      </p:sp>
      <p:sp>
        <p:nvSpPr>
          <p:cNvPr id="20487"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179F7848-E2AA-B947-8B0B-A0FBC6F783BE}" type="slidenum">
              <a:rPr lang="de-DE" altLang="de-DE"/>
              <a:pPr>
                <a:defRPr/>
              </a:pPr>
              <a:t>‹Nr.›</a:t>
            </a:fld>
            <a:endParaRPr lang="de-DE" altLang="de-DE"/>
          </a:p>
        </p:txBody>
      </p:sp>
    </p:spTree>
    <p:extLst>
      <p:ext uri="{BB962C8B-B14F-4D97-AF65-F5344CB8AC3E}">
        <p14:creationId xmlns:p14="http://schemas.microsoft.com/office/powerpoint/2010/main" val="9060364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S PGothic" pitchFamily="34" charset="-128"/>
        <a:cs typeface="MS PGothic" charset="0"/>
      </a:defRPr>
    </a:lvl1pPr>
    <a:lvl2pPr marL="457200" algn="l" rtl="0" eaLnBrk="0" fontAlgn="base" hangingPunct="0">
      <a:spcBef>
        <a:spcPct val="30000"/>
      </a:spcBef>
      <a:spcAft>
        <a:spcPct val="0"/>
      </a:spcAft>
      <a:defRPr sz="1200" kern="1200">
        <a:solidFill>
          <a:schemeClr val="tx1"/>
        </a:solidFill>
        <a:latin typeface="Calibri" pitchFamily="34" charset="0"/>
        <a:ea typeface="MS PGothic" pitchFamily="34" charset="-128"/>
        <a:cs typeface="MS PGothic" charset="0"/>
      </a:defRPr>
    </a:lvl2pPr>
    <a:lvl3pPr marL="914400" algn="l" rtl="0" eaLnBrk="0" fontAlgn="base" hangingPunct="0">
      <a:spcBef>
        <a:spcPct val="30000"/>
      </a:spcBef>
      <a:spcAft>
        <a:spcPct val="0"/>
      </a:spcAft>
      <a:defRPr sz="1200" kern="1200">
        <a:solidFill>
          <a:schemeClr val="tx1"/>
        </a:solidFill>
        <a:latin typeface="Calibri" pitchFamily="34" charset="0"/>
        <a:ea typeface="MS PGothic" pitchFamily="34" charset="-128"/>
        <a:cs typeface="MS PGothic" charset="0"/>
      </a:defRPr>
    </a:lvl3pPr>
    <a:lvl4pPr marL="1371600" algn="l" rtl="0" eaLnBrk="0" fontAlgn="base" hangingPunct="0">
      <a:spcBef>
        <a:spcPct val="30000"/>
      </a:spcBef>
      <a:spcAft>
        <a:spcPct val="0"/>
      </a:spcAft>
      <a:defRPr sz="1200" kern="1200">
        <a:solidFill>
          <a:schemeClr val="tx1"/>
        </a:solidFill>
        <a:latin typeface="Calibri" pitchFamily="34" charset="0"/>
        <a:ea typeface="MS PGothic" pitchFamily="34" charset="-128"/>
        <a:cs typeface="MS PGothic" charset="0"/>
      </a:defRPr>
    </a:lvl4pPr>
    <a:lvl5pPr marL="1828800" algn="l" rtl="0" eaLnBrk="0" fontAlgn="base" hangingPunct="0">
      <a:spcBef>
        <a:spcPct val="30000"/>
      </a:spcBef>
      <a:spcAft>
        <a:spcPct val="0"/>
      </a:spcAft>
      <a:defRPr sz="1200" kern="1200">
        <a:solidFill>
          <a:schemeClr val="tx1"/>
        </a:solidFill>
        <a:latin typeface="Calibri" pitchFamily="34" charset="0"/>
        <a:ea typeface="MS PGothic" pitchFamily="34" charset="-128"/>
        <a:cs typeface="MS PGothic"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Begrüßung. Ich zeige, wie weit man mit einer Sturzerkennung kommt, die vollständig in der Sohle läuft, was dabei funktioniert hat und was nicht.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Zielgruppe sind ältere Menschen und Menschen mit Demenz. Die Rechnung läuft komplett auf dem Chip in der Sohle. Die Leitfrage zieht sich durch den ganzen Vortrag.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Kurzer Überblick über den Weg. Ich gehe die Stationen der Reihe nach durch.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Eigene Logger-Firmware, damit Daten von genau dieser Hardware entstehen. Lage von XIAO und Akku ist egal, entscheidend ist das IMU-Modul. Die Firmware kalibriert die genaue Lage selbst, dazu später mehr.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Kein öffentlicher Datensatz enthält Stürze an der Sohle. Das Modell muss also Stürze vom Bein mit Alltagsbewegungen vom Fuß kombinieren. Smart-Insole und MobiAct sind nur für nicht-kommerzielle Zwecke freigegeben.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die Erklärung, warum nicht nach Minimum und Maximum bewertet wird. Der Grenzwert findet fast alle Stürze, erzeugt aber 25-mal mehr Fehlalarm-Fenster als der Random Forest. Das CNN schaut auf alle 100 × 6 Werte des Fensters und damit auf die Form, nicht nur auf die Höhe. Gyroskop-Merkmale tragen im Random Forest 62 % der Wichtigkeit.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CAPPIMU, dieselben Stürze gleichzeitig an mehreren Positionen, rund 31 Stunden Alltag. An der Sohle (Smart-Insole, nur Alltag) liegt das 99. Perzentil bei 8 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Jeweils subjektunabhängig getestet. Der Messbereich ist an der Hüfte kein Problem; an der Sohle sieht das anders aus, dazu später.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war der überraschendste Befund. Zuerst sah es so aus, als sei die Position am Körper entscheidend. Tatsächlich war es die Achsenlage. Das CNN wertet jede Achse einzeln aus.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Fünffach kreuzvalidiert, alle drei Varianten augmentiert. Ohne Fußdaten lernt das Modell: kräftiger Impuls am Bein gleich Sturz, und jeder Fersenaufsatz ist so ein Impuls. Vorher, ohne Beinstürze, lag die Sensitivität am Schienbein bei 21 Prozent, mit Beinstürzen bei 83 Prozent. Smart-Insole war hier ein externer Test.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fünf Varianten aus demselben Lauf und denselben Falten. Augmentierung: jedes Trainingsfenster einmal zufällig gedreht, zur Hälfte gespiegelt. Gewinn gedreht +17,9 Prozentpunkte, in 5 von 5 Falten.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Betrieb wie auf dem Chip: alle 0,2 Sekunden eine Entscheidung, Alarm bei 3 von 5. Ein Sturz gilt als erkannt, wenn spätestens eine Sekunde nach dem Aufprall ein Alarm kommt. Ehrlich gesagt: viele Fehlalarme an der Hüfte, die Hüfte ist aber nicht die Zielposition.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Einschränkung: Die meisten Stürze gingen auf ein Sofa oder eine Matte, nur die Stürze auf die Knie auf harten Boden. Auch die liegen unter Joggen und Springen. Normales Gehen erreicht an der Sohle über 4 g, der Sensor der bisherigen Sohle ist bei rund 3,5 g am Ende.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Kette läuft vollständig auf dem ESP32-C6. Rechenlast etwa 5 Prozent. Nach einem Alarm schätzt die Firmware aus der Liegelage die Richtung (vorwärts, rückwärts, seitlich) und prüft Aufprall, Lageänderung und Ruhe als zweite Stufe. Der Fehler mit 0,47: BatchNorm erzeugte MUL/ADD-Operationen mit Broadcast. Gefaltet ist die Abweichung 3e-6.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Empfehlungen ergeben sich direkt aus den Ergebnissen. Das kommerzielle Modell wird mit allen Datensätzen außer Smart-Insole und MobiAct trainiert; der Lauf ist angestoßen, das Ergebnis reiche ich nach.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Drei Kernaussagen. Danach Fragen.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Danke.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8.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HM-Titelfolie">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2892CBC1-0AA5-FD49-A6CF-7BC19D8FDAA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268760"/>
            <a:ext cx="12192000" cy="5173133"/>
          </a:xfrm>
          <a:prstGeom prst="rect">
            <a:avLst/>
          </a:prstGeom>
        </p:spPr>
      </p:pic>
      <p:sp>
        <p:nvSpPr>
          <p:cNvPr id="10" name="Rectangle 6">
            <a:extLst>
              <a:ext uri="{FF2B5EF4-FFF2-40B4-BE49-F238E27FC236}">
                <a16:creationId xmlns:a16="http://schemas.microsoft.com/office/drawing/2014/main" id="{A827390B-A86E-434B-90D4-3438340D1554}"/>
              </a:ext>
            </a:extLst>
          </p:cNvPr>
          <p:cNvSpPr>
            <a:spLocks noChangeArrowheads="1"/>
          </p:cNvSpPr>
          <p:nvPr userDrawn="1"/>
        </p:nvSpPr>
        <p:spPr bwMode="auto">
          <a:xfrm>
            <a:off x="8544293" y="2924944"/>
            <a:ext cx="3240000" cy="3240000"/>
          </a:xfrm>
          <a:prstGeom prst="rect">
            <a:avLst/>
          </a:prstGeom>
          <a:solidFill>
            <a:schemeClr val="bg1"/>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dirty="0">
              <a:cs typeface="Arial" pitchFamily="34" charset="0"/>
            </a:endParaRPr>
          </a:p>
        </p:txBody>
      </p:sp>
      <p:sp>
        <p:nvSpPr>
          <p:cNvPr id="11" name="Textplatzhalter 9">
            <a:extLst>
              <a:ext uri="{FF2B5EF4-FFF2-40B4-BE49-F238E27FC236}">
                <a16:creationId xmlns:a16="http://schemas.microsoft.com/office/drawing/2014/main" id="{13903DC0-149E-A447-909C-1CDEC9D4222F}"/>
              </a:ext>
            </a:extLst>
          </p:cNvPr>
          <p:cNvSpPr>
            <a:spLocks noGrp="1"/>
          </p:cNvSpPr>
          <p:nvPr>
            <p:ph type="body" sz="quarter" idx="10" hasCustomPrompt="1"/>
          </p:nvPr>
        </p:nvSpPr>
        <p:spPr>
          <a:xfrm>
            <a:off x="8760296" y="3789040"/>
            <a:ext cx="3168351" cy="2231801"/>
          </a:xfrm>
        </p:spPr>
        <p:txBody>
          <a:bodyPr anchor="b"/>
          <a:lstStyle>
            <a:lvl1pPr marL="0" indent="0">
              <a:lnSpc>
                <a:spcPct val="150000"/>
              </a:lnSpc>
              <a:buNone/>
              <a:defRPr sz="2200" b="1"/>
            </a:lvl1pPr>
          </a:lstStyle>
          <a:p>
            <a:pPr lvl="0"/>
            <a:r>
              <a:rPr lang="de-DE" dirty="0"/>
              <a:t>ÜBERSCHRIFT</a:t>
            </a:r>
          </a:p>
        </p:txBody>
      </p:sp>
      <p:sp>
        <p:nvSpPr>
          <p:cNvPr id="12" name="Rectangle 5">
            <a:extLst>
              <a:ext uri="{FF2B5EF4-FFF2-40B4-BE49-F238E27FC236}">
                <a16:creationId xmlns:a16="http://schemas.microsoft.com/office/drawing/2014/main" id="{CB4F93A7-5B61-D941-9FC9-6DB6CDC6EF0E}"/>
              </a:ext>
            </a:extLst>
          </p:cNvPr>
          <p:cNvSpPr>
            <a:spLocks noChangeArrowheads="1"/>
          </p:cNvSpPr>
          <p:nvPr userDrawn="1"/>
        </p:nvSpPr>
        <p:spPr bwMode="auto">
          <a:xfrm>
            <a:off x="9768408" y="6497638"/>
            <a:ext cx="2419360" cy="360362"/>
          </a:xfrm>
          <a:prstGeom prst="rect">
            <a:avLst/>
          </a:prstGeom>
          <a:solidFill>
            <a:srgbClr val="4A5C66"/>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Tree>
    <p:extLst>
      <p:ext uri="{BB962C8B-B14F-4D97-AF65-F5344CB8AC3E}">
        <p14:creationId xmlns:p14="http://schemas.microsoft.com/office/powerpoint/2010/main" val="152635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HM-Titelfolie">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6EBF173-6194-1449-A8B7-B558671413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268760"/>
            <a:ext cx="12192000" cy="5173133"/>
          </a:xfrm>
          <a:prstGeom prst="rect">
            <a:avLst/>
          </a:prstGeom>
        </p:spPr>
      </p:pic>
      <p:sp>
        <p:nvSpPr>
          <p:cNvPr id="10" name="Rectangle 6">
            <a:extLst>
              <a:ext uri="{FF2B5EF4-FFF2-40B4-BE49-F238E27FC236}">
                <a16:creationId xmlns:a16="http://schemas.microsoft.com/office/drawing/2014/main" id="{A827390B-A86E-434B-90D4-3438340D1554}"/>
              </a:ext>
            </a:extLst>
          </p:cNvPr>
          <p:cNvSpPr>
            <a:spLocks noChangeArrowheads="1"/>
          </p:cNvSpPr>
          <p:nvPr userDrawn="1"/>
        </p:nvSpPr>
        <p:spPr bwMode="auto">
          <a:xfrm>
            <a:off x="8544293" y="2924944"/>
            <a:ext cx="3240000" cy="3240000"/>
          </a:xfrm>
          <a:prstGeom prst="rect">
            <a:avLst/>
          </a:prstGeom>
          <a:solidFill>
            <a:schemeClr val="bg1"/>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dirty="0">
              <a:cs typeface="Arial" pitchFamily="34" charset="0"/>
            </a:endParaRPr>
          </a:p>
        </p:txBody>
      </p:sp>
      <p:sp>
        <p:nvSpPr>
          <p:cNvPr id="11" name="Textplatzhalter 9">
            <a:extLst>
              <a:ext uri="{FF2B5EF4-FFF2-40B4-BE49-F238E27FC236}">
                <a16:creationId xmlns:a16="http://schemas.microsoft.com/office/drawing/2014/main" id="{13903DC0-149E-A447-909C-1CDEC9D4222F}"/>
              </a:ext>
            </a:extLst>
          </p:cNvPr>
          <p:cNvSpPr>
            <a:spLocks noGrp="1"/>
          </p:cNvSpPr>
          <p:nvPr>
            <p:ph type="body" sz="quarter" idx="10" hasCustomPrompt="1"/>
          </p:nvPr>
        </p:nvSpPr>
        <p:spPr>
          <a:xfrm>
            <a:off x="8760296" y="3789040"/>
            <a:ext cx="3168351" cy="2231801"/>
          </a:xfrm>
        </p:spPr>
        <p:txBody>
          <a:bodyPr anchor="b"/>
          <a:lstStyle>
            <a:lvl1pPr marL="0" indent="0">
              <a:lnSpc>
                <a:spcPct val="150000"/>
              </a:lnSpc>
              <a:buNone/>
              <a:defRPr sz="2200" b="1"/>
            </a:lvl1pPr>
          </a:lstStyle>
          <a:p>
            <a:pPr lvl="0"/>
            <a:r>
              <a:rPr lang="de-DE" dirty="0"/>
              <a:t>ÜBERSCHRIFT</a:t>
            </a:r>
          </a:p>
        </p:txBody>
      </p:sp>
      <p:sp>
        <p:nvSpPr>
          <p:cNvPr id="7" name="Rectangle 5">
            <a:extLst>
              <a:ext uri="{FF2B5EF4-FFF2-40B4-BE49-F238E27FC236}">
                <a16:creationId xmlns:a16="http://schemas.microsoft.com/office/drawing/2014/main" id="{9E426BC6-EC8D-2B49-804D-49B49D31458C}"/>
              </a:ext>
            </a:extLst>
          </p:cNvPr>
          <p:cNvSpPr>
            <a:spLocks noChangeArrowheads="1"/>
          </p:cNvSpPr>
          <p:nvPr userDrawn="1"/>
        </p:nvSpPr>
        <p:spPr bwMode="auto">
          <a:xfrm>
            <a:off x="9768408" y="6497638"/>
            <a:ext cx="2419360" cy="360362"/>
          </a:xfrm>
          <a:prstGeom prst="rect">
            <a:avLst/>
          </a:prstGeom>
          <a:solidFill>
            <a:srgbClr val="4A5C66"/>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Tree>
    <p:extLst>
      <p:ext uri="{BB962C8B-B14F-4D97-AF65-F5344CB8AC3E}">
        <p14:creationId xmlns:p14="http://schemas.microsoft.com/office/powerpoint/2010/main" val="4220661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HM-Titelfolie">
    <p:spTree>
      <p:nvGrpSpPr>
        <p:cNvPr id="1" name=""/>
        <p:cNvGrpSpPr/>
        <p:nvPr/>
      </p:nvGrpSpPr>
      <p:grpSpPr>
        <a:xfrm>
          <a:off x="0" y="0"/>
          <a:ext cx="0" cy="0"/>
          <a:chOff x="0" y="0"/>
          <a:chExt cx="0" cy="0"/>
        </a:xfrm>
      </p:grpSpPr>
      <p:pic>
        <p:nvPicPr>
          <p:cNvPr id="13" name="Grafik 12">
            <a:extLst>
              <a:ext uri="{FF2B5EF4-FFF2-40B4-BE49-F238E27FC236}">
                <a16:creationId xmlns:a16="http://schemas.microsoft.com/office/drawing/2014/main" id="{A692ADC8-598A-EC43-8E74-629C6533D2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268760"/>
            <a:ext cx="12192000" cy="5169690"/>
          </a:xfrm>
          <a:prstGeom prst="rect">
            <a:avLst/>
          </a:prstGeom>
        </p:spPr>
      </p:pic>
      <p:sp>
        <p:nvSpPr>
          <p:cNvPr id="8" name="Rectangle 6"/>
          <p:cNvSpPr>
            <a:spLocks noChangeArrowheads="1"/>
          </p:cNvSpPr>
          <p:nvPr userDrawn="1"/>
        </p:nvSpPr>
        <p:spPr bwMode="auto">
          <a:xfrm>
            <a:off x="8544293" y="2924944"/>
            <a:ext cx="3240000" cy="3240000"/>
          </a:xfrm>
          <a:prstGeom prst="rect">
            <a:avLst/>
          </a:prstGeom>
          <a:solidFill>
            <a:schemeClr val="bg1"/>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dirty="0">
              <a:cs typeface="Arial" pitchFamily="34" charset="0"/>
            </a:endParaRPr>
          </a:p>
        </p:txBody>
      </p:sp>
      <p:sp>
        <p:nvSpPr>
          <p:cNvPr id="10" name="Textplatzhalter 9"/>
          <p:cNvSpPr>
            <a:spLocks noGrp="1"/>
          </p:cNvSpPr>
          <p:nvPr>
            <p:ph type="body" sz="quarter" idx="10" hasCustomPrompt="1"/>
          </p:nvPr>
        </p:nvSpPr>
        <p:spPr>
          <a:xfrm>
            <a:off x="8760296" y="3789040"/>
            <a:ext cx="3168351" cy="2231801"/>
          </a:xfrm>
        </p:spPr>
        <p:txBody>
          <a:bodyPr anchor="b"/>
          <a:lstStyle>
            <a:lvl1pPr marL="0" indent="0">
              <a:lnSpc>
                <a:spcPct val="150000"/>
              </a:lnSpc>
              <a:buNone/>
              <a:defRPr sz="2200" b="1"/>
            </a:lvl1pPr>
          </a:lstStyle>
          <a:p>
            <a:pPr lvl="0"/>
            <a:r>
              <a:rPr lang="de-DE" dirty="0"/>
              <a:t>ÜBERSCHRIFT</a:t>
            </a:r>
          </a:p>
        </p:txBody>
      </p:sp>
      <p:sp>
        <p:nvSpPr>
          <p:cNvPr id="20" name="Rectangle 5">
            <a:extLst>
              <a:ext uri="{FF2B5EF4-FFF2-40B4-BE49-F238E27FC236}">
                <a16:creationId xmlns:a16="http://schemas.microsoft.com/office/drawing/2014/main" id="{69576794-5162-6048-BCAD-629826D7D57A}"/>
              </a:ext>
            </a:extLst>
          </p:cNvPr>
          <p:cNvSpPr>
            <a:spLocks noChangeArrowheads="1"/>
          </p:cNvSpPr>
          <p:nvPr userDrawn="1"/>
        </p:nvSpPr>
        <p:spPr bwMode="auto">
          <a:xfrm>
            <a:off x="9768408" y="6497638"/>
            <a:ext cx="2419360" cy="360362"/>
          </a:xfrm>
          <a:prstGeom prst="rect">
            <a:avLst/>
          </a:prstGeom>
          <a:solidFill>
            <a:srgbClr val="4A5C66"/>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Tree>
    <p:extLst>
      <p:ext uri="{BB962C8B-B14F-4D97-AF65-F5344CB8AC3E}">
        <p14:creationId xmlns:p14="http://schemas.microsoft.com/office/powerpoint/2010/main" val="1100519384"/>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79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folie Fachbereich oder Institut">
    <p:spTree>
      <p:nvGrpSpPr>
        <p:cNvPr id="1" name=""/>
        <p:cNvGrpSpPr/>
        <p:nvPr/>
      </p:nvGrpSpPr>
      <p:grpSpPr>
        <a:xfrm>
          <a:off x="0" y="0"/>
          <a:ext cx="0" cy="0"/>
          <a:chOff x="0" y="0"/>
          <a:chExt cx="0" cy="0"/>
        </a:xfrm>
      </p:grpSpPr>
      <p:pic>
        <p:nvPicPr>
          <p:cNvPr id="7" name="Grafik 9"/>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266825"/>
            <a:ext cx="12192000"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6"/>
          <p:cNvSpPr>
            <a:spLocks noChangeArrowheads="1"/>
          </p:cNvSpPr>
          <p:nvPr userDrawn="1"/>
        </p:nvSpPr>
        <p:spPr bwMode="auto">
          <a:xfrm>
            <a:off x="8639787" y="2924944"/>
            <a:ext cx="3240000" cy="3240000"/>
          </a:xfrm>
          <a:prstGeom prst="rect">
            <a:avLst/>
          </a:prstGeom>
          <a:solidFill>
            <a:schemeClr val="bg1"/>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9" name="Rectangle 10"/>
          <p:cNvSpPr>
            <a:spLocks noChangeArrowheads="1"/>
          </p:cNvSpPr>
          <p:nvPr userDrawn="1"/>
        </p:nvSpPr>
        <p:spPr bwMode="auto">
          <a:xfrm>
            <a:off x="5040131" y="2924944"/>
            <a:ext cx="3240000" cy="3240000"/>
          </a:xfrm>
          <a:prstGeom prst="rect">
            <a:avLst/>
          </a:prstGeom>
          <a:solidFill>
            <a:schemeClr val="bg1"/>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0" name="Textplatzhalter 9"/>
          <p:cNvSpPr>
            <a:spLocks noGrp="1"/>
          </p:cNvSpPr>
          <p:nvPr>
            <p:ph type="body" sz="quarter" idx="10" hasCustomPrompt="1"/>
          </p:nvPr>
        </p:nvSpPr>
        <p:spPr>
          <a:xfrm>
            <a:off x="8867542" y="2996952"/>
            <a:ext cx="2845083" cy="720080"/>
          </a:xfrm>
        </p:spPr>
        <p:txBody>
          <a:bodyPr tIns="0" rIns="0" bIns="0" anchor="t"/>
          <a:lstStyle>
            <a:lvl1pPr marL="0" indent="0">
              <a:lnSpc>
                <a:spcPct val="150000"/>
              </a:lnSpc>
              <a:buNone/>
              <a:defRPr sz="2200" b="1"/>
            </a:lvl1pPr>
          </a:lstStyle>
          <a:p>
            <a:pPr lvl="0"/>
            <a:r>
              <a:rPr lang="de-DE" dirty="0"/>
              <a:t>ÜBERSCHRIFT</a:t>
            </a:r>
          </a:p>
        </p:txBody>
      </p:sp>
      <p:sp>
        <p:nvSpPr>
          <p:cNvPr id="11" name="Textplatzhalter 9"/>
          <p:cNvSpPr>
            <a:spLocks noGrp="1"/>
          </p:cNvSpPr>
          <p:nvPr>
            <p:ph type="body" sz="quarter" idx="11" hasCustomPrompt="1"/>
          </p:nvPr>
        </p:nvSpPr>
        <p:spPr>
          <a:xfrm>
            <a:off x="5303319" y="3717032"/>
            <a:ext cx="2736897" cy="2231801"/>
          </a:xfrm>
        </p:spPr>
        <p:txBody>
          <a:bodyPr anchor="b"/>
          <a:lstStyle>
            <a:lvl1pPr marL="0" indent="0">
              <a:lnSpc>
                <a:spcPct val="150000"/>
              </a:lnSpc>
              <a:buNone/>
              <a:defRPr sz="2200" b="1"/>
            </a:lvl1pPr>
          </a:lstStyle>
          <a:p>
            <a:pPr lvl="0"/>
            <a:r>
              <a:rPr lang="de-DE" dirty="0"/>
              <a:t>ÜBERSCHRIFT</a:t>
            </a:r>
          </a:p>
        </p:txBody>
      </p:sp>
      <p:sp>
        <p:nvSpPr>
          <p:cNvPr id="14" name="Textplatzhalter 13"/>
          <p:cNvSpPr>
            <a:spLocks noGrp="1"/>
          </p:cNvSpPr>
          <p:nvPr>
            <p:ph type="body" sz="quarter" idx="12"/>
          </p:nvPr>
        </p:nvSpPr>
        <p:spPr>
          <a:xfrm>
            <a:off x="8867243" y="3574926"/>
            <a:ext cx="2845382" cy="1800225"/>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de-DE" dirty="0"/>
              <a:t>Mastertextformat</a:t>
            </a:r>
          </a:p>
        </p:txBody>
      </p:sp>
      <p:pic>
        <p:nvPicPr>
          <p:cNvPr id="3" name="Grafik 2">
            <a:extLst>
              <a:ext uri="{FF2B5EF4-FFF2-40B4-BE49-F238E27FC236}">
                <a16:creationId xmlns:a16="http://schemas.microsoft.com/office/drawing/2014/main" id="{D1A4DEDB-1913-094B-A031-F2D1C477CD31}"/>
              </a:ext>
            </a:extLst>
          </p:cNvPr>
          <p:cNvPicPr>
            <a:picLocks noChangeAspect="1"/>
          </p:cNvPicPr>
          <p:nvPr userDrawn="1"/>
        </p:nvPicPr>
        <p:blipFill>
          <a:blip r:embed="rId3"/>
          <a:stretch>
            <a:fillRect/>
          </a:stretch>
        </p:blipFill>
        <p:spPr>
          <a:xfrm>
            <a:off x="9766300" y="6502400"/>
            <a:ext cx="2425700" cy="355600"/>
          </a:xfrm>
          <a:prstGeom prst="rect">
            <a:avLst/>
          </a:prstGeom>
        </p:spPr>
      </p:pic>
    </p:spTree>
    <p:extLst>
      <p:ext uri="{BB962C8B-B14F-4D97-AF65-F5344CB8AC3E}">
        <p14:creationId xmlns:p14="http://schemas.microsoft.com/office/powerpoint/2010/main" val="1245626021"/>
      </p:ext>
    </p:extLst>
  </p:cSld>
  <p:clrMapOvr>
    <a:masterClrMapping/>
  </p:clrMapOvr>
  <p:extLst>
    <p:ext uri="{DCECCB84-F9BA-43D5-87BE-67443E8EF086}">
      <p15:sldGuideLst xmlns:p15="http://schemas.microsoft.com/office/powerpoint/2012/main">
        <p15:guide id="1" orient="horz" pos="79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folie">
    <p:spTree>
      <p:nvGrpSpPr>
        <p:cNvPr id="1" name=""/>
        <p:cNvGrpSpPr/>
        <p:nvPr/>
      </p:nvGrpSpPr>
      <p:grpSpPr>
        <a:xfrm>
          <a:off x="0" y="0"/>
          <a:ext cx="0" cy="0"/>
          <a:chOff x="0" y="0"/>
          <a:chExt cx="0" cy="0"/>
        </a:xfrm>
      </p:grpSpPr>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
        <p:nvSpPr>
          <p:cNvPr id="5" name="Titel 2"/>
          <p:cNvSpPr>
            <a:spLocks noGrp="1"/>
          </p:cNvSpPr>
          <p:nvPr>
            <p:ph type="title"/>
          </p:nvPr>
        </p:nvSpPr>
        <p:spPr>
          <a:xfrm>
            <a:off x="432000" y="1080001"/>
            <a:ext cx="11228917" cy="574675"/>
          </a:xfrm>
        </p:spPr>
        <p:txBody>
          <a:bodyPr lIns="0"/>
          <a:lstStyle/>
          <a:p>
            <a:r>
              <a:rPr lang="de-DE" dirty="0"/>
              <a:t>Mastertitelformat bearbeiten</a:t>
            </a:r>
            <a:endParaRPr lang="de-DE" altLang="de-DE" sz="2200" dirty="0">
              <a:latin typeface="Arial" charset="0"/>
              <a:ea typeface="MS PGothic" charset="-128"/>
              <a:cs typeface="Arial" charset="0"/>
            </a:endParaRPr>
          </a:p>
        </p:txBody>
      </p:sp>
      <p:sp>
        <p:nvSpPr>
          <p:cNvPr id="7" name="Textplatzhalter 7"/>
          <p:cNvSpPr>
            <a:spLocks noGrp="1"/>
          </p:cNvSpPr>
          <p:nvPr>
            <p:ph type="body" sz="quarter" idx="11"/>
          </p:nvPr>
        </p:nvSpPr>
        <p:spPr>
          <a:xfrm>
            <a:off x="432001" y="1620000"/>
            <a:ext cx="11232619" cy="4617288"/>
          </a:xfrm>
        </p:spPr>
        <p:txBody>
          <a:bodyPr lIns="0"/>
          <a:lstStyle>
            <a:lvl1pPr marL="0" indent="0">
              <a:buNone/>
              <a:defRPr sz="1800"/>
            </a:lvl1pPr>
          </a:lstStyle>
          <a:p>
            <a:pPr lvl="0"/>
            <a:r>
              <a:rPr lang="de-DE" dirty="0"/>
              <a:t>Mastertextformat bearbeiten</a:t>
            </a:r>
          </a:p>
        </p:txBody>
      </p:sp>
    </p:spTree>
    <p:extLst>
      <p:ext uri="{BB962C8B-B14F-4D97-AF65-F5344CB8AC3E}">
        <p14:creationId xmlns:p14="http://schemas.microsoft.com/office/powerpoint/2010/main" val="1939881767"/>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extfolie">
    <p:spTree>
      <p:nvGrpSpPr>
        <p:cNvPr id="1" name=""/>
        <p:cNvGrpSpPr/>
        <p:nvPr/>
      </p:nvGrpSpPr>
      <p:grpSpPr>
        <a:xfrm>
          <a:off x="0" y="0"/>
          <a:ext cx="0" cy="0"/>
          <a:chOff x="0" y="0"/>
          <a:chExt cx="0" cy="0"/>
        </a:xfrm>
      </p:grpSpPr>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
        <p:nvSpPr>
          <p:cNvPr id="5" name="Titel 2"/>
          <p:cNvSpPr>
            <a:spLocks noGrp="1"/>
          </p:cNvSpPr>
          <p:nvPr>
            <p:ph type="title"/>
          </p:nvPr>
        </p:nvSpPr>
        <p:spPr>
          <a:xfrm>
            <a:off x="432000" y="1080001"/>
            <a:ext cx="11228917" cy="574675"/>
          </a:xfrm>
        </p:spPr>
        <p:txBody>
          <a:bodyPr lIns="0"/>
          <a:lstStyle/>
          <a:p>
            <a:r>
              <a:rPr lang="de-DE" dirty="0"/>
              <a:t>Mastertitelformat bearbeiten</a:t>
            </a:r>
            <a:endParaRPr lang="de-DE" altLang="de-DE" sz="2200" dirty="0">
              <a:latin typeface="Arial" charset="0"/>
              <a:ea typeface="MS PGothic" charset="-128"/>
              <a:cs typeface="Arial" charset="0"/>
            </a:endParaRPr>
          </a:p>
        </p:txBody>
      </p:sp>
      <p:sp>
        <p:nvSpPr>
          <p:cNvPr id="7" name="Textplatzhalter 7"/>
          <p:cNvSpPr>
            <a:spLocks noGrp="1"/>
          </p:cNvSpPr>
          <p:nvPr>
            <p:ph type="body" sz="quarter" idx="11"/>
          </p:nvPr>
        </p:nvSpPr>
        <p:spPr>
          <a:xfrm>
            <a:off x="432001" y="1620000"/>
            <a:ext cx="11232619" cy="1736992"/>
          </a:xfrm>
        </p:spPr>
        <p:txBody>
          <a:bodyPr lIns="0"/>
          <a:lstStyle>
            <a:lvl1pPr marL="0" indent="0">
              <a:buNone/>
              <a:defRPr sz="1800"/>
            </a:lvl1pPr>
          </a:lstStyle>
          <a:p>
            <a:pPr lvl="0"/>
            <a:r>
              <a:rPr lang="de-DE" dirty="0"/>
              <a:t>Mastertextformat bearbeiten</a:t>
            </a:r>
          </a:p>
        </p:txBody>
      </p:sp>
      <p:sp>
        <p:nvSpPr>
          <p:cNvPr id="8" name="Rectangle 7"/>
          <p:cNvSpPr>
            <a:spLocks noChangeArrowheads="1"/>
          </p:cNvSpPr>
          <p:nvPr userDrawn="1"/>
        </p:nvSpPr>
        <p:spPr bwMode="auto">
          <a:xfrm>
            <a:off x="432000" y="3068960"/>
            <a:ext cx="3551765" cy="3168328"/>
          </a:xfrm>
          <a:prstGeom prst="rect">
            <a:avLst/>
          </a:prstGeom>
          <a:solidFill>
            <a:srgbClr val="80BA24"/>
          </a:solidFill>
          <a:ln w="6350">
            <a:no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9" name="Rectangle 7"/>
          <p:cNvSpPr>
            <a:spLocks noChangeArrowheads="1"/>
          </p:cNvSpPr>
          <p:nvPr userDrawn="1"/>
        </p:nvSpPr>
        <p:spPr bwMode="auto">
          <a:xfrm>
            <a:off x="4270576" y="3068960"/>
            <a:ext cx="3551765" cy="3168328"/>
          </a:xfrm>
          <a:prstGeom prst="rect">
            <a:avLst/>
          </a:prstGeom>
          <a:solidFill>
            <a:srgbClr val="80BA24"/>
          </a:solidFill>
          <a:ln w="6350">
            <a:no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1" name="Rectangle 7"/>
          <p:cNvSpPr>
            <a:spLocks noChangeArrowheads="1"/>
          </p:cNvSpPr>
          <p:nvPr userDrawn="1"/>
        </p:nvSpPr>
        <p:spPr bwMode="auto">
          <a:xfrm>
            <a:off x="8112000" y="3068960"/>
            <a:ext cx="3551765" cy="3168328"/>
          </a:xfrm>
          <a:prstGeom prst="rect">
            <a:avLst/>
          </a:prstGeom>
          <a:solidFill>
            <a:srgbClr val="80BA24"/>
          </a:solidFill>
          <a:ln w="6350">
            <a:no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2" name="Textplatzhalter 11"/>
          <p:cNvSpPr>
            <a:spLocks noGrp="1"/>
          </p:cNvSpPr>
          <p:nvPr>
            <p:ph type="body" sz="quarter" idx="12" hasCustomPrompt="1"/>
          </p:nvPr>
        </p:nvSpPr>
        <p:spPr>
          <a:xfrm>
            <a:off x="566640" y="3212976"/>
            <a:ext cx="2880320" cy="768596"/>
          </a:xfrm>
        </p:spPr>
        <p:txBody>
          <a:bodyPr lIns="90000" rIns="90000"/>
          <a:lstStyle>
            <a:lvl1pPr marL="0" indent="0">
              <a:buNone/>
              <a:defRPr sz="2400" b="1">
                <a:solidFill>
                  <a:schemeClr val="bg1"/>
                </a:solidFill>
              </a:defRPr>
            </a:lvl1pPr>
          </a:lstStyle>
          <a:p>
            <a:pPr lvl="0"/>
            <a:r>
              <a:rPr lang="de-DE" sz="2400" dirty="0"/>
              <a:t>Text</a:t>
            </a:r>
            <a:endParaRPr lang="de-DE" dirty="0"/>
          </a:p>
        </p:txBody>
      </p:sp>
      <p:sp>
        <p:nvSpPr>
          <p:cNvPr id="14" name="Textplatzhalter 11"/>
          <p:cNvSpPr>
            <a:spLocks noGrp="1"/>
          </p:cNvSpPr>
          <p:nvPr>
            <p:ph type="body" sz="quarter" idx="13" hasCustomPrompt="1"/>
          </p:nvPr>
        </p:nvSpPr>
        <p:spPr>
          <a:xfrm>
            <a:off x="4416240" y="3212976"/>
            <a:ext cx="2880320" cy="768596"/>
          </a:xfrm>
        </p:spPr>
        <p:txBody>
          <a:bodyPr lIns="90000" rIns="90000"/>
          <a:lstStyle>
            <a:lvl1pPr marL="0" indent="0">
              <a:buNone/>
              <a:defRPr sz="2400" b="1">
                <a:solidFill>
                  <a:schemeClr val="bg1"/>
                </a:solidFill>
              </a:defRPr>
            </a:lvl1pPr>
          </a:lstStyle>
          <a:p>
            <a:pPr lvl="0"/>
            <a:r>
              <a:rPr lang="de-DE" sz="2400" dirty="0"/>
              <a:t>Text</a:t>
            </a:r>
            <a:endParaRPr lang="de-DE" dirty="0"/>
          </a:p>
        </p:txBody>
      </p:sp>
      <p:sp>
        <p:nvSpPr>
          <p:cNvPr id="15" name="Textplatzhalter 11"/>
          <p:cNvSpPr>
            <a:spLocks noGrp="1"/>
          </p:cNvSpPr>
          <p:nvPr>
            <p:ph type="body" sz="quarter" idx="14" hasCustomPrompt="1"/>
          </p:nvPr>
        </p:nvSpPr>
        <p:spPr>
          <a:xfrm>
            <a:off x="8256240" y="3214316"/>
            <a:ext cx="2880320" cy="768596"/>
          </a:xfrm>
        </p:spPr>
        <p:txBody>
          <a:bodyPr lIns="90000" rIns="90000"/>
          <a:lstStyle>
            <a:lvl1pPr marL="0" indent="0">
              <a:buNone/>
              <a:defRPr sz="2400" b="1">
                <a:solidFill>
                  <a:schemeClr val="bg1"/>
                </a:solidFill>
              </a:defRPr>
            </a:lvl1pPr>
          </a:lstStyle>
          <a:p>
            <a:pPr lvl="0"/>
            <a:r>
              <a:rPr lang="de-DE" sz="2400" dirty="0"/>
              <a:t>Text</a:t>
            </a:r>
            <a:endParaRPr lang="de-DE" dirty="0"/>
          </a:p>
        </p:txBody>
      </p:sp>
    </p:spTree>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apitelfolie mit Bilder">
    <p:spTree>
      <p:nvGrpSpPr>
        <p:cNvPr id="1" name=""/>
        <p:cNvGrpSpPr/>
        <p:nvPr/>
      </p:nvGrpSpPr>
      <p:grpSpPr>
        <a:xfrm>
          <a:off x="0" y="0"/>
          <a:ext cx="0" cy="0"/>
          <a:chOff x="0" y="0"/>
          <a:chExt cx="0" cy="0"/>
        </a:xfrm>
      </p:grpSpPr>
      <p:sp>
        <p:nvSpPr>
          <p:cNvPr id="14" name="Bildplatzhalter 6"/>
          <p:cNvSpPr>
            <a:spLocks noGrp="1"/>
          </p:cNvSpPr>
          <p:nvPr>
            <p:ph type="pic" sz="quarter" idx="17"/>
          </p:nvPr>
        </p:nvSpPr>
        <p:spPr>
          <a:xfrm>
            <a:off x="8125885" y="1700808"/>
            <a:ext cx="3526167" cy="4536480"/>
          </a:xfrm>
        </p:spPr>
        <p:txBody>
          <a:bodyPr/>
          <a:lstStyle>
            <a:lvl1pPr marL="0" indent="0">
              <a:buFontTx/>
              <a:buNone/>
              <a:defRPr/>
            </a:lvl1pPr>
          </a:lstStyle>
          <a:p>
            <a:endParaRPr lang="de-DE" dirty="0"/>
          </a:p>
        </p:txBody>
      </p:sp>
      <p:sp>
        <p:nvSpPr>
          <p:cNvPr id="7" name="Bildplatzhalter 6"/>
          <p:cNvSpPr>
            <a:spLocks noGrp="1"/>
          </p:cNvSpPr>
          <p:nvPr>
            <p:ph type="pic" sz="quarter" idx="15"/>
          </p:nvPr>
        </p:nvSpPr>
        <p:spPr>
          <a:xfrm>
            <a:off x="432001" y="1700808"/>
            <a:ext cx="3526167" cy="4536480"/>
          </a:xfrm>
        </p:spPr>
        <p:txBody>
          <a:bodyPr/>
          <a:lstStyle>
            <a:lvl1pPr marL="0" indent="0">
              <a:buFontTx/>
              <a:buNone/>
              <a:defRPr/>
            </a:lvl1pPr>
          </a:lstStyle>
          <a:p>
            <a:endParaRPr lang="de-DE" dirty="0"/>
          </a:p>
        </p:txBody>
      </p:sp>
      <p:sp>
        <p:nvSpPr>
          <p:cNvPr id="13" name="Bildplatzhalter 6"/>
          <p:cNvSpPr>
            <a:spLocks noGrp="1"/>
          </p:cNvSpPr>
          <p:nvPr>
            <p:ph type="pic" sz="quarter" idx="16"/>
          </p:nvPr>
        </p:nvSpPr>
        <p:spPr>
          <a:xfrm>
            <a:off x="4271798" y="1700214"/>
            <a:ext cx="3526167" cy="4537075"/>
          </a:xfrm>
        </p:spPr>
        <p:txBody>
          <a:bodyPr/>
          <a:lstStyle>
            <a:lvl1pPr marL="0" indent="0">
              <a:buFontTx/>
              <a:buNone/>
              <a:defRPr/>
            </a:lvl1pPr>
          </a:lstStyle>
          <a:p>
            <a:endParaRPr lang="de-DE" dirty="0"/>
          </a:p>
        </p:txBody>
      </p:sp>
      <p:sp>
        <p:nvSpPr>
          <p:cNvPr id="2" name="Titel 1"/>
          <p:cNvSpPr>
            <a:spLocks noGrp="1"/>
          </p:cNvSpPr>
          <p:nvPr>
            <p:ph type="title"/>
          </p:nvPr>
        </p:nvSpPr>
        <p:spPr>
          <a:xfrm>
            <a:off x="432001" y="1080000"/>
            <a:ext cx="11324167" cy="576262"/>
          </a:xfrm>
        </p:spPr>
        <p:txBody>
          <a:bodyPr lIns="0"/>
          <a:lstStyle/>
          <a:p>
            <a:r>
              <a:rPr lang="de-DE" dirty="0"/>
              <a:t>Mastertitelformat bearbeiten</a:t>
            </a:r>
          </a:p>
        </p:txBody>
      </p:sp>
      <p:sp>
        <p:nvSpPr>
          <p:cNvPr id="3" name="Foliennummernplatzhalter 2"/>
          <p:cNvSpPr>
            <a:spLocks noGrp="1"/>
          </p:cNvSpPr>
          <p:nvPr>
            <p:ph type="sldNum" sz="quarter" idx="10"/>
          </p:nvPr>
        </p:nvSpPr>
        <p:spPr/>
        <p:txBody>
          <a:bodyPr/>
          <a:lstStyle/>
          <a:p>
            <a:pPr>
              <a:defRPr/>
            </a:pPr>
            <a:fld id="{2866142A-AFED-1443-8B06-6463BAB2C889}" type="slidenum">
              <a:rPr lang="de-DE" altLang="de-DE" smtClean="0"/>
              <a:pPr>
                <a:defRPr/>
              </a:pPr>
              <a:t>‹Nr.›</a:t>
            </a:fld>
            <a:endParaRPr lang="de-DE" altLang="de-DE"/>
          </a:p>
        </p:txBody>
      </p:sp>
      <p:sp>
        <p:nvSpPr>
          <p:cNvPr id="18" name="Textplatzhalter 17"/>
          <p:cNvSpPr>
            <a:spLocks noGrp="1"/>
          </p:cNvSpPr>
          <p:nvPr>
            <p:ph type="body" sz="quarter" idx="12"/>
          </p:nvPr>
        </p:nvSpPr>
        <p:spPr>
          <a:xfrm>
            <a:off x="760370" y="1883197"/>
            <a:ext cx="3097100" cy="628650"/>
          </a:xfrm>
        </p:spPr>
        <p:txBody>
          <a:bodyPr/>
          <a:lstStyle>
            <a:lvl1pPr marL="0" indent="0">
              <a:buNone/>
              <a:defRPr sz="1600" b="1">
                <a:solidFill>
                  <a:srgbClr val="FFFFFF"/>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tabLst/>
              <a:defRPr/>
            </a:pPr>
            <a:endParaRPr lang="de-DE" dirty="0"/>
          </a:p>
        </p:txBody>
      </p:sp>
      <p:sp>
        <p:nvSpPr>
          <p:cNvPr id="22" name="Textplatzhalter 21"/>
          <p:cNvSpPr>
            <a:spLocks noGrp="1"/>
          </p:cNvSpPr>
          <p:nvPr>
            <p:ph type="body" sz="quarter" idx="13"/>
          </p:nvPr>
        </p:nvSpPr>
        <p:spPr>
          <a:xfrm>
            <a:off x="4606943" y="1817219"/>
            <a:ext cx="3203556" cy="741362"/>
          </a:xfrm>
        </p:spPr>
        <p:txBody>
          <a:bodyPr/>
          <a:lstStyle>
            <a:lvl1pPr marL="0" indent="0">
              <a:buNone/>
              <a:defRPr sz="1600" b="1">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tabLst/>
              <a:defRPr/>
            </a:pPr>
            <a:endParaRPr lang="de-DE" dirty="0"/>
          </a:p>
        </p:txBody>
      </p:sp>
      <p:sp>
        <p:nvSpPr>
          <p:cNvPr id="24" name="Textplatzhalter 23"/>
          <p:cNvSpPr>
            <a:spLocks noGrp="1"/>
          </p:cNvSpPr>
          <p:nvPr>
            <p:ph type="body" sz="quarter" idx="14"/>
          </p:nvPr>
        </p:nvSpPr>
        <p:spPr>
          <a:xfrm>
            <a:off x="8464551" y="1817220"/>
            <a:ext cx="3187700" cy="809625"/>
          </a:xfrm>
        </p:spPr>
        <p:txBody>
          <a:bodyPr/>
          <a:lstStyle>
            <a:lvl1pPr marL="0" indent="0">
              <a:buNone/>
              <a:defRPr sz="1600" b="1">
                <a:solidFill>
                  <a:schemeClr val="bg1"/>
                </a:solidFill>
              </a:defRPr>
            </a:lvl1pPr>
          </a:lstStyle>
          <a:p>
            <a:pPr lvl="0"/>
            <a:endParaRPr lang="de-DE" dirty="0"/>
          </a:p>
        </p:txBody>
      </p:sp>
    </p:spTree>
    <p:extLst>
      <p:ext uri="{BB962C8B-B14F-4D97-AF65-F5344CB8AC3E}">
        <p14:creationId xmlns:p14="http://schemas.microsoft.com/office/powerpoint/2010/main" val="1870272515"/>
      </p:ext>
    </p:extLst>
  </p:cSld>
  <p:clrMapOvr>
    <a:masterClrMapping/>
  </p:clrMapOvr>
  <p:extLst>
    <p:ext uri="{DCECCB84-F9BA-43D5-87BE-67443E8EF086}">
      <p15:sldGuideLst xmlns:p15="http://schemas.microsoft.com/office/powerpoint/2012/main">
        <p15:guide id="1" orient="horz" pos="1071" userDrawn="1">
          <p15:clr>
            <a:srgbClr val="FBAE40"/>
          </p15:clr>
        </p15:guide>
        <p15:guide id="2" pos="2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extfeld+Aufzählung im Block">
    <p:spTree>
      <p:nvGrpSpPr>
        <p:cNvPr id="1" name=""/>
        <p:cNvGrpSpPr/>
        <p:nvPr/>
      </p:nvGrpSpPr>
      <p:grpSpPr>
        <a:xfrm>
          <a:off x="0" y="0"/>
          <a:ext cx="0" cy="0"/>
          <a:chOff x="0" y="0"/>
          <a:chExt cx="0" cy="0"/>
        </a:xfrm>
      </p:grpSpPr>
      <p:sp>
        <p:nvSpPr>
          <p:cNvPr id="16" name="Rechteck 15"/>
          <p:cNvSpPr/>
          <p:nvPr userDrawn="1"/>
        </p:nvSpPr>
        <p:spPr>
          <a:xfrm>
            <a:off x="1703512" y="2780927"/>
            <a:ext cx="9950855" cy="1584177"/>
          </a:xfrm>
          <a:prstGeom prst="rect">
            <a:avLst/>
          </a:prstGeom>
          <a:solidFill>
            <a:srgbClr val="DFE5E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de-DE">
              <a:solidFill>
                <a:srgbClr val="FFFFFF"/>
              </a:solidFill>
              <a:ea typeface="ＭＳ Ｐゴシック" charset="0"/>
              <a:cs typeface="ＭＳ Ｐゴシック" charset="0"/>
            </a:endParaRPr>
          </a:p>
        </p:txBody>
      </p:sp>
      <p:sp>
        <p:nvSpPr>
          <p:cNvPr id="4" name="Foliennummernplatzhalter 5"/>
          <p:cNvSpPr>
            <a:spLocks noGrp="1"/>
          </p:cNvSpPr>
          <p:nvPr>
            <p:ph type="sldNum" sz="quarter" idx="10"/>
          </p:nvPr>
        </p:nvSpPr>
        <p:spPr/>
        <p:txBody>
          <a:bodyPr/>
          <a:lstStyle>
            <a:lvl1pPr>
              <a:defRPr/>
            </a:lvl1pPr>
          </a:lstStyle>
          <a:p>
            <a:pPr>
              <a:defRPr/>
            </a:pPr>
            <a:fld id="{A5228DEF-7D63-224F-B0E5-713CE21DF6E5}" type="slidenum">
              <a:rPr lang="de-DE" altLang="de-DE"/>
              <a:pPr>
                <a:defRPr/>
              </a:pPr>
              <a:t>‹Nr.›</a:t>
            </a:fld>
            <a:endParaRPr lang="de-DE" altLang="de-DE"/>
          </a:p>
        </p:txBody>
      </p:sp>
      <p:sp>
        <p:nvSpPr>
          <p:cNvPr id="7" name="Titel 2"/>
          <p:cNvSpPr>
            <a:spLocks noGrp="1"/>
          </p:cNvSpPr>
          <p:nvPr>
            <p:ph type="title"/>
          </p:nvPr>
        </p:nvSpPr>
        <p:spPr>
          <a:xfrm>
            <a:off x="431800" y="1080001"/>
            <a:ext cx="11228917" cy="574675"/>
          </a:xfrm>
        </p:spPr>
        <p:txBody>
          <a:bodyPr lIns="0"/>
          <a:lstStyle/>
          <a:p>
            <a:r>
              <a:rPr lang="de-DE" dirty="0"/>
              <a:t>Mastertitelformat bearbeiten</a:t>
            </a:r>
            <a:endParaRPr lang="de-DE" altLang="de-DE" sz="2200" dirty="0">
              <a:latin typeface="Arial" charset="0"/>
              <a:ea typeface="MS PGothic" charset="-128"/>
              <a:cs typeface="Arial" charset="0"/>
            </a:endParaRPr>
          </a:p>
        </p:txBody>
      </p:sp>
      <p:sp>
        <p:nvSpPr>
          <p:cNvPr id="8" name="Textplatzhalter 7"/>
          <p:cNvSpPr>
            <a:spLocks noGrp="1"/>
          </p:cNvSpPr>
          <p:nvPr>
            <p:ph type="body" sz="quarter" idx="11"/>
          </p:nvPr>
        </p:nvSpPr>
        <p:spPr>
          <a:xfrm>
            <a:off x="431801" y="1620001"/>
            <a:ext cx="11340927" cy="1330351"/>
          </a:xfrm>
        </p:spPr>
        <p:txBody>
          <a:bodyPr lIns="0" rIns="90000"/>
          <a:lstStyle>
            <a:lvl1pPr marL="0" indent="0">
              <a:buNone/>
              <a:defRPr/>
            </a:lvl1pPr>
          </a:lstStyle>
          <a:p>
            <a:pPr lvl="0"/>
            <a:r>
              <a:rPr lang="de-DE" dirty="0"/>
              <a:t>Mastertextformat bearbeiten</a:t>
            </a:r>
          </a:p>
        </p:txBody>
      </p:sp>
      <p:sp>
        <p:nvSpPr>
          <p:cNvPr id="5" name="Rechteck 4"/>
          <p:cNvSpPr/>
          <p:nvPr userDrawn="1"/>
        </p:nvSpPr>
        <p:spPr>
          <a:xfrm>
            <a:off x="1703512" y="4509121"/>
            <a:ext cx="9950855" cy="1727647"/>
          </a:xfrm>
          <a:prstGeom prst="rect">
            <a:avLst/>
          </a:prstGeom>
          <a:solidFill>
            <a:srgbClr val="DFE5E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de-DE">
              <a:solidFill>
                <a:srgbClr val="FFFFFF"/>
              </a:solidFill>
              <a:ea typeface="ＭＳ Ｐゴシック" charset="0"/>
              <a:cs typeface="ＭＳ Ｐゴシック" charset="0"/>
            </a:endParaRPr>
          </a:p>
        </p:txBody>
      </p:sp>
      <p:sp>
        <p:nvSpPr>
          <p:cNvPr id="10" name="Rechteck 8"/>
          <p:cNvSpPr>
            <a:spLocks noChangeArrowheads="1"/>
          </p:cNvSpPr>
          <p:nvPr userDrawn="1"/>
        </p:nvSpPr>
        <p:spPr bwMode="auto">
          <a:xfrm>
            <a:off x="3071284" y="2432051"/>
            <a:ext cx="9480549"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90000">
            <a:noAutofit/>
          </a:bodyPr>
          <a:lstStyle>
            <a:lvl1pPr marL="342900" indent="-342900">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079500" indent="-358775">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pPr lvl="0" eaLnBrk="1" hangingPunct="1">
              <a:spcAft>
                <a:spcPts val="600"/>
              </a:spcAft>
              <a:buClr>
                <a:srgbClr val="80BA24"/>
              </a:buClr>
              <a:buFont typeface="Wingdings" charset="2"/>
              <a:buChar char="§"/>
            </a:pPr>
            <a:endParaRPr lang="de-DE" altLang="de-DE" sz="2000" dirty="0">
              <a:solidFill>
                <a:srgbClr val="4A5C66"/>
              </a:solidFill>
              <a:latin typeface="Arial" charset="0"/>
            </a:endParaRPr>
          </a:p>
        </p:txBody>
      </p:sp>
      <p:sp>
        <p:nvSpPr>
          <p:cNvPr id="3" name="Textplatzhalter 2"/>
          <p:cNvSpPr>
            <a:spLocks noGrp="1"/>
          </p:cNvSpPr>
          <p:nvPr>
            <p:ph type="body" sz="quarter" idx="12"/>
          </p:nvPr>
        </p:nvSpPr>
        <p:spPr>
          <a:xfrm>
            <a:off x="1919536" y="2980358"/>
            <a:ext cx="8583083" cy="1528763"/>
          </a:xfrm>
        </p:spPr>
        <p:txBody>
          <a:bodyPr lIns="0" rIns="90000"/>
          <a:lstStyle>
            <a:lvl1pPr>
              <a:defRPr sz="1800"/>
            </a:lvl1pPr>
          </a:lstStyle>
          <a:p>
            <a:pPr lvl="0"/>
            <a:r>
              <a:rPr lang="de-DE" dirty="0"/>
              <a:t>Mastertextformat bearbeiten</a:t>
            </a:r>
          </a:p>
        </p:txBody>
      </p:sp>
      <p:sp>
        <p:nvSpPr>
          <p:cNvPr id="13" name="Textplatzhalter 2"/>
          <p:cNvSpPr>
            <a:spLocks noGrp="1"/>
          </p:cNvSpPr>
          <p:nvPr>
            <p:ph type="body" sz="quarter" idx="13"/>
          </p:nvPr>
        </p:nvSpPr>
        <p:spPr>
          <a:xfrm>
            <a:off x="1929530" y="4653137"/>
            <a:ext cx="8583083" cy="1528763"/>
          </a:xfrm>
        </p:spPr>
        <p:txBody>
          <a:bodyPr lIns="0" rIns="90000"/>
          <a:lstStyle>
            <a:lvl1pPr>
              <a:defRPr sz="1800"/>
            </a:lvl1pPr>
          </a:lstStyle>
          <a:p>
            <a:pPr lvl="0"/>
            <a:r>
              <a:rPr lang="de-DE" dirty="0"/>
              <a:t>Mastertextformat bearbeiten</a:t>
            </a:r>
          </a:p>
        </p:txBody>
      </p:sp>
      <p:pic>
        <p:nvPicPr>
          <p:cNvPr id="14" name="Bild 13" descr="organisation.tif"/>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38015" y="3173431"/>
            <a:ext cx="909041" cy="831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Bild 1" descr="euro-schein.ti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40185" y="4959058"/>
            <a:ext cx="975295" cy="557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extfeld+Aufzählung im Block">
    <p:spTree>
      <p:nvGrpSpPr>
        <p:cNvPr id="1" name=""/>
        <p:cNvGrpSpPr/>
        <p:nvPr/>
      </p:nvGrpSpPr>
      <p:grpSpPr>
        <a:xfrm>
          <a:off x="0" y="0"/>
          <a:ext cx="0" cy="0"/>
          <a:chOff x="0" y="0"/>
          <a:chExt cx="0" cy="0"/>
        </a:xfrm>
      </p:grpSpPr>
      <p:sp>
        <p:nvSpPr>
          <p:cNvPr id="4" name="Foliennummernplatzhalter 5"/>
          <p:cNvSpPr>
            <a:spLocks noGrp="1"/>
          </p:cNvSpPr>
          <p:nvPr>
            <p:ph type="sldNum" sz="quarter" idx="10"/>
          </p:nvPr>
        </p:nvSpPr>
        <p:spPr/>
        <p:txBody>
          <a:bodyPr/>
          <a:lstStyle>
            <a:lvl1pPr>
              <a:defRPr/>
            </a:lvl1pPr>
          </a:lstStyle>
          <a:p>
            <a:pPr>
              <a:defRPr/>
            </a:pPr>
            <a:fld id="{A5228DEF-7D63-224F-B0E5-713CE21DF6E5}" type="slidenum">
              <a:rPr lang="de-DE" altLang="de-DE"/>
              <a:pPr>
                <a:defRPr/>
              </a:pPr>
              <a:t>‹Nr.›</a:t>
            </a:fld>
            <a:endParaRPr lang="de-DE" altLang="de-DE"/>
          </a:p>
        </p:txBody>
      </p:sp>
      <p:sp>
        <p:nvSpPr>
          <p:cNvPr id="7" name="Titel 2"/>
          <p:cNvSpPr>
            <a:spLocks noGrp="1"/>
          </p:cNvSpPr>
          <p:nvPr>
            <p:ph type="title"/>
          </p:nvPr>
        </p:nvSpPr>
        <p:spPr>
          <a:xfrm>
            <a:off x="431800" y="1080001"/>
            <a:ext cx="11228917" cy="574675"/>
          </a:xfrm>
        </p:spPr>
        <p:txBody>
          <a:bodyPr lIns="0"/>
          <a:lstStyle/>
          <a:p>
            <a:r>
              <a:rPr lang="de-DE" dirty="0"/>
              <a:t>Mastertitelformat bearbeiten</a:t>
            </a:r>
            <a:endParaRPr lang="de-DE" altLang="de-DE" sz="2200" dirty="0">
              <a:latin typeface="Arial" charset="0"/>
              <a:ea typeface="MS PGothic" charset="-128"/>
              <a:cs typeface="Arial" charset="0"/>
            </a:endParaRPr>
          </a:p>
        </p:txBody>
      </p:sp>
      <p:sp>
        <p:nvSpPr>
          <p:cNvPr id="8" name="Textplatzhalter 7"/>
          <p:cNvSpPr>
            <a:spLocks noGrp="1"/>
          </p:cNvSpPr>
          <p:nvPr>
            <p:ph type="body" sz="quarter" idx="11"/>
          </p:nvPr>
        </p:nvSpPr>
        <p:spPr>
          <a:xfrm>
            <a:off x="431801" y="1620001"/>
            <a:ext cx="11340927" cy="1330351"/>
          </a:xfrm>
        </p:spPr>
        <p:txBody>
          <a:bodyPr lIns="0" rIns="90000"/>
          <a:lstStyle>
            <a:lvl1pPr marL="0" indent="0">
              <a:buNone/>
              <a:defRPr/>
            </a:lvl1pPr>
          </a:lstStyle>
          <a:p>
            <a:pPr lvl="0"/>
            <a:r>
              <a:rPr lang="de-DE" dirty="0"/>
              <a:t>Mastertextformat bearbeiten</a:t>
            </a:r>
          </a:p>
        </p:txBody>
      </p:sp>
      <p:sp>
        <p:nvSpPr>
          <p:cNvPr id="10" name="Rechteck 8"/>
          <p:cNvSpPr>
            <a:spLocks noChangeArrowheads="1"/>
          </p:cNvSpPr>
          <p:nvPr userDrawn="1"/>
        </p:nvSpPr>
        <p:spPr bwMode="auto">
          <a:xfrm>
            <a:off x="3071284" y="2432051"/>
            <a:ext cx="9480549"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90000">
            <a:noAutofit/>
          </a:bodyPr>
          <a:lstStyle>
            <a:lvl1pPr marL="342900" indent="-342900">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079500" indent="-358775">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eaLnBrk="0" fontAlgn="base" hangingPunct="0">
              <a:spcBef>
                <a:spcPct val="0"/>
              </a:spcBef>
              <a:spcAft>
                <a:spcPct val="0"/>
              </a:spcAft>
              <a:defRPr>
                <a:solidFill>
                  <a:schemeClr val="tx1"/>
                </a:solidFill>
                <a:latin typeface="Calibri" charset="0"/>
                <a:ea typeface="MS PGothic" charset="-128"/>
              </a:defRPr>
            </a:lvl6pPr>
            <a:lvl7pPr marL="2971800" indent="-228600" eaLnBrk="0" fontAlgn="base" hangingPunct="0">
              <a:spcBef>
                <a:spcPct val="0"/>
              </a:spcBef>
              <a:spcAft>
                <a:spcPct val="0"/>
              </a:spcAft>
              <a:defRPr>
                <a:solidFill>
                  <a:schemeClr val="tx1"/>
                </a:solidFill>
                <a:latin typeface="Calibri" charset="0"/>
                <a:ea typeface="MS PGothic" charset="-128"/>
              </a:defRPr>
            </a:lvl7pPr>
            <a:lvl8pPr marL="3429000" indent="-228600" eaLnBrk="0" fontAlgn="base" hangingPunct="0">
              <a:spcBef>
                <a:spcPct val="0"/>
              </a:spcBef>
              <a:spcAft>
                <a:spcPct val="0"/>
              </a:spcAft>
              <a:defRPr>
                <a:solidFill>
                  <a:schemeClr val="tx1"/>
                </a:solidFill>
                <a:latin typeface="Calibri" charset="0"/>
                <a:ea typeface="MS PGothic" charset="-128"/>
              </a:defRPr>
            </a:lvl8pPr>
            <a:lvl9pPr marL="3886200" indent="-228600" eaLnBrk="0" fontAlgn="base" hangingPunct="0">
              <a:spcBef>
                <a:spcPct val="0"/>
              </a:spcBef>
              <a:spcAft>
                <a:spcPct val="0"/>
              </a:spcAft>
              <a:defRPr>
                <a:solidFill>
                  <a:schemeClr val="tx1"/>
                </a:solidFill>
                <a:latin typeface="Calibri" charset="0"/>
                <a:ea typeface="MS PGothic" charset="-128"/>
              </a:defRPr>
            </a:lvl9pPr>
          </a:lstStyle>
          <a:p>
            <a:pPr lvl="0" eaLnBrk="1" hangingPunct="1">
              <a:spcAft>
                <a:spcPts val="600"/>
              </a:spcAft>
              <a:buClr>
                <a:srgbClr val="80BA24"/>
              </a:buClr>
              <a:buFont typeface="Wingdings" charset="2"/>
              <a:buChar char="§"/>
            </a:pPr>
            <a:endParaRPr lang="de-DE" altLang="de-DE" sz="2000" dirty="0">
              <a:solidFill>
                <a:srgbClr val="4A5C66"/>
              </a:solidFill>
              <a:latin typeface="Arial" charset="0"/>
            </a:endParaRPr>
          </a:p>
        </p:txBody>
      </p:sp>
      <p:pic>
        <p:nvPicPr>
          <p:cNvPr id="11" name="Bild 10" descr="icon_people.tif"/>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24632" y="3291575"/>
            <a:ext cx="888429"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Bild 11" descr="haus.tif"/>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31800" y="4928474"/>
            <a:ext cx="97529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hteck 13">
            <a:extLst>
              <a:ext uri="{FF2B5EF4-FFF2-40B4-BE49-F238E27FC236}">
                <a16:creationId xmlns:a16="http://schemas.microsoft.com/office/drawing/2014/main" id="{1C6723BC-5FFF-A14D-8404-D5F91F1C72B1}"/>
              </a:ext>
            </a:extLst>
          </p:cNvPr>
          <p:cNvSpPr/>
          <p:nvPr userDrawn="1"/>
        </p:nvSpPr>
        <p:spPr>
          <a:xfrm>
            <a:off x="1703512" y="2780927"/>
            <a:ext cx="9950855" cy="1584177"/>
          </a:xfrm>
          <a:prstGeom prst="rect">
            <a:avLst/>
          </a:prstGeom>
          <a:solidFill>
            <a:srgbClr val="DFE5E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de-DE">
              <a:solidFill>
                <a:srgbClr val="FFFFFF"/>
              </a:solidFill>
              <a:ea typeface="ＭＳ Ｐゴシック" charset="0"/>
              <a:cs typeface="ＭＳ Ｐゴシック" charset="0"/>
            </a:endParaRPr>
          </a:p>
        </p:txBody>
      </p:sp>
      <p:sp>
        <p:nvSpPr>
          <p:cNvPr id="15" name="Rechteck 14">
            <a:extLst>
              <a:ext uri="{FF2B5EF4-FFF2-40B4-BE49-F238E27FC236}">
                <a16:creationId xmlns:a16="http://schemas.microsoft.com/office/drawing/2014/main" id="{C594EDCD-2274-FE44-87CC-3D768625475C}"/>
              </a:ext>
            </a:extLst>
          </p:cNvPr>
          <p:cNvSpPr/>
          <p:nvPr userDrawn="1"/>
        </p:nvSpPr>
        <p:spPr>
          <a:xfrm>
            <a:off x="1703512" y="4509121"/>
            <a:ext cx="9950855" cy="1727647"/>
          </a:xfrm>
          <a:prstGeom prst="rect">
            <a:avLst/>
          </a:prstGeom>
          <a:solidFill>
            <a:srgbClr val="DFE5E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de-DE">
              <a:solidFill>
                <a:srgbClr val="FFFFFF"/>
              </a:solidFill>
              <a:ea typeface="ＭＳ Ｐゴシック" charset="0"/>
              <a:cs typeface="ＭＳ Ｐゴシック" charset="0"/>
            </a:endParaRPr>
          </a:p>
        </p:txBody>
      </p:sp>
      <p:sp>
        <p:nvSpPr>
          <p:cNvPr id="16" name="Textplatzhalter 2">
            <a:extLst>
              <a:ext uri="{FF2B5EF4-FFF2-40B4-BE49-F238E27FC236}">
                <a16:creationId xmlns:a16="http://schemas.microsoft.com/office/drawing/2014/main" id="{C02CBA60-C706-9748-870A-3B807F15522F}"/>
              </a:ext>
            </a:extLst>
          </p:cNvPr>
          <p:cNvSpPr>
            <a:spLocks noGrp="1"/>
          </p:cNvSpPr>
          <p:nvPr>
            <p:ph type="body" sz="quarter" idx="12"/>
          </p:nvPr>
        </p:nvSpPr>
        <p:spPr>
          <a:xfrm>
            <a:off x="1919536" y="2980358"/>
            <a:ext cx="8583083" cy="1528763"/>
          </a:xfrm>
        </p:spPr>
        <p:txBody>
          <a:bodyPr lIns="0" rIns="90000"/>
          <a:lstStyle>
            <a:lvl1pPr>
              <a:defRPr sz="1800"/>
            </a:lvl1pPr>
          </a:lstStyle>
          <a:p>
            <a:pPr lvl="0"/>
            <a:r>
              <a:rPr lang="de-DE" dirty="0"/>
              <a:t>Mastertextformat bearbeiten</a:t>
            </a:r>
          </a:p>
        </p:txBody>
      </p:sp>
      <p:sp>
        <p:nvSpPr>
          <p:cNvPr id="17" name="Textplatzhalter 2">
            <a:extLst>
              <a:ext uri="{FF2B5EF4-FFF2-40B4-BE49-F238E27FC236}">
                <a16:creationId xmlns:a16="http://schemas.microsoft.com/office/drawing/2014/main" id="{47172106-5D28-8B48-8CE5-77E78E3EF862}"/>
              </a:ext>
            </a:extLst>
          </p:cNvPr>
          <p:cNvSpPr>
            <a:spLocks noGrp="1"/>
          </p:cNvSpPr>
          <p:nvPr>
            <p:ph type="body" sz="quarter" idx="13"/>
          </p:nvPr>
        </p:nvSpPr>
        <p:spPr>
          <a:xfrm>
            <a:off x="1929530" y="4653137"/>
            <a:ext cx="8583083" cy="1528763"/>
          </a:xfrm>
        </p:spPr>
        <p:txBody>
          <a:bodyPr lIns="0" rIns="90000"/>
          <a:lstStyle>
            <a:lvl1pPr>
              <a:defRPr sz="1800"/>
            </a:lvl1pPr>
          </a:lstStyle>
          <a:p>
            <a:pPr lvl="0"/>
            <a:r>
              <a:rPr lang="de-DE" dirty="0"/>
              <a:t>Mastertextformat bearbeiten</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ufzählungsfeld 1,5 zeilig">
    <p:spTree>
      <p:nvGrpSpPr>
        <p:cNvPr id="1" name=""/>
        <p:cNvGrpSpPr/>
        <p:nvPr/>
      </p:nvGrpSpPr>
      <p:grpSpPr>
        <a:xfrm>
          <a:off x="0" y="0"/>
          <a:ext cx="0" cy="0"/>
          <a:chOff x="0" y="0"/>
          <a:chExt cx="0" cy="0"/>
        </a:xfrm>
      </p:grpSpPr>
      <p:sp>
        <p:nvSpPr>
          <p:cNvPr id="3" name="Inhaltsplatzhalter 2"/>
          <p:cNvSpPr>
            <a:spLocks noGrp="1"/>
          </p:cNvSpPr>
          <p:nvPr>
            <p:ph idx="1"/>
          </p:nvPr>
        </p:nvSpPr>
        <p:spPr>
          <a:xfrm>
            <a:off x="432000" y="1548016"/>
            <a:ext cx="11164821" cy="4617288"/>
          </a:xfrm>
        </p:spPr>
        <p:txBody>
          <a:bodyPr lIns="0"/>
          <a:lstStyle>
            <a:lvl1pPr>
              <a:lnSpc>
                <a:spcPts val="4100"/>
              </a:lnSpc>
              <a:defRPr sz="2000">
                <a:solidFill>
                  <a:srgbClr val="4A5C66"/>
                </a:solidFill>
                <a:latin typeface="Arial" pitchFamily="34" charset="0"/>
                <a:cs typeface="Arial" pitchFamily="34" charset="0"/>
              </a:defRPr>
            </a:lvl1pPr>
            <a:lvl2pPr>
              <a:defRPr sz="2000">
                <a:solidFill>
                  <a:srgbClr val="4A5C66"/>
                </a:solidFill>
                <a:latin typeface="Arial" pitchFamily="34" charset="0"/>
                <a:cs typeface="Arial" pitchFamily="34" charset="0"/>
              </a:defRPr>
            </a:lvl2pPr>
            <a:lvl3pPr>
              <a:defRPr sz="1800">
                <a:solidFill>
                  <a:srgbClr val="4A5C66"/>
                </a:solidFill>
                <a:latin typeface="Arial" pitchFamily="34" charset="0"/>
                <a:cs typeface="Arial" pitchFamily="34" charset="0"/>
              </a:defRPr>
            </a:lvl3pPr>
            <a:lvl4pPr>
              <a:defRPr sz="1800">
                <a:solidFill>
                  <a:srgbClr val="4A5C66"/>
                </a:solidFill>
                <a:latin typeface="Arial" pitchFamily="34" charset="0"/>
                <a:cs typeface="Arial" pitchFamily="34" charset="0"/>
              </a:defRPr>
            </a:lvl4pPr>
            <a:lvl5pPr>
              <a:defRPr sz="1800">
                <a:solidFill>
                  <a:srgbClr val="4A5C66"/>
                </a:solidFill>
                <a:latin typeface="Arial" pitchFamily="34" charset="0"/>
                <a:cs typeface="Arial" pitchFamily="34" charset="0"/>
              </a:defRPr>
            </a:lvl5pPr>
          </a:lstStyle>
          <a:p>
            <a:pPr lvl="0"/>
            <a:r>
              <a:rPr lang="de-DE" dirty="0"/>
              <a:t>Mastertextformat bearbeiten</a:t>
            </a:r>
          </a:p>
          <a:p>
            <a:pPr lvl="0"/>
            <a:endParaRPr lang="de-DE" dirty="0"/>
          </a:p>
        </p:txBody>
      </p:sp>
      <p:sp>
        <p:nvSpPr>
          <p:cNvPr id="10" name="Titel 9"/>
          <p:cNvSpPr>
            <a:spLocks noGrp="1"/>
          </p:cNvSpPr>
          <p:nvPr>
            <p:ph type="title"/>
          </p:nvPr>
        </p:nvSpPr>
        <p:spPr>
          <a:xfrm>
            <a:off x="432000" y="1080000"/>
            <a:ext cx="11227200" cy="576000"/>
          </a:xfrm>
        </p:spPr>
        <p:txBody>
          <a:bodyPr lIns="0"/>
          <a:lstStyle>
            <a:lvl1pPr>
              <a:defRPr sz="2200"/>
            </a:lvl1pPr>
          </a:lstStyle>
          <a:p>
            <a:r>
              <a:rPr lang="de-DE" dirty="0"/>
              <a:t>Mastertitelformat bearbeiten</a:t>
            </a:r>
          </a:p>
        </p:txBody>
      </p:sp>
      <p:sp>
        <p:nvSpPr>
          <p:cNvPr id="4" name="Foliennummernplatzhalter 5"/>
          <p:cNvSpPr>
            <a:spLocks noGrp="1"/>
          </p:cNvSpPr>
          <p:nvPr>
            <p:ph type="sldNum" sz="quarter" idx="10"/>
          </p:nvPr>
        </p:nvSpPr>
        <p:spPr/>
        <p:txBody>
          <a:bodyPr/>
          <a:lstStyle>
            <a:lvl1pPr>
              <a:defRPr/>
            </a:lvl1pPr>
          </a:lstStyle>
          <a:p>
            <a:pPr>
              <a:defRPr/>
            </a:pPr>
            <a:fld id="{5D6CBC89-780D-6F43-A4AF-E4A7285D6779}" type="slidenum">
              <a:rPr lang="de-DE" altLang="de-DE"/>
              <a:pPr>
                <a:defRPr/>
              </a:pPr>
              <a:t>‹Nr.›</a:t>
            </a:fld>
            <a:endParaRPr lang="de-DE" altLang="de-DE"/>
          </a:p>
        </p:txBody>
      </p:sp>
    </p:spTree>
    <p:extLst>
      <p:ext uri="{BB962C8B-B14F-4D97-AF65-F5344CB8AC3E}">
        <p14:creationId xmlns:p14="http://schemas.microsoft.com/office/powerpoint/2010/main" val="496129215"/>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Kapitelfolie">
    <p:spTree>
      <p:nvGrpSpPr>
        <p:cNvPr id="1" name=""/>
        <p:cNvGrpSpPr/>
        <p:nvPr/>
      </p:nvGrpSpPr>
      <p:grpSpPr>
        <a:xfrm>
          <a:off x="0" y="0"/>
          <a:ext cx="0" cy="0"/>
          <a:chOff x="0" y="0"/>
          <a:chExt cx="0" cy="0"/>
        </a:xfrm>
      </p:grpSpPr>
      <p:sp>
        <p:nvSpPr>
          <p:cNvPr id="3" name="Rectangle 5"/>
          <p:cNvSpPr>
            <a:spLocks noChangeArrowheads="1"/>
          </p:cNvSpPr>
          <p:nvPr userDrawn="1"/>
        </p:nvSpPr>
        <p:spPr bwMode="auto">
          <a:xfrm>
            <a:off x="1" y="6497638"/>
            <a:ext cx="12187767" cy="360362"/>
          </a:xfrm>
          <a:prstGeom prst="rect">
            <a:avLst/>
          </a:prstGeom>
          <a:solidFill>
            <a:srgbClr val="4A5C66"/>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5" name="Textfeld 2"/>
          <p:cNvSpPr txBox="1">
            <a:spLocks noChangeArrowheads="1"/>
          </p:cNvSpPr>
          <p:nvPr userDrawn="1"/>
        </p:nvSpPr>
        <p:spPr bwMode="auto">
          <a:xfrm>
            <a:off x="7727951" y="6548438"/>
            <a:ext cx="2882900" cy="266700"/>
          </a:xfrm>
          <a:prstGeom prst="rect">
            <a:avLst/>
          </a:prstGeom>
          <a:noFill/>
          <a:ln>
            <a:noFill/>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de-DE" sz="1100">
                <a:solidFill>
                  <a:schemeClr val="bg1"/>
                </a:solidFill>
                <a:latin typeface="Arial" charset="0"/>
                <a:ea typeface="+mn-ea"/>
              </a:rPr>
              <a:t>Aly Elbermawy</a:t>
            </a:r>
            <a:endParaRPr lang="de-DE" sz="1100" dirty="0">
              <a:solidFill>
                <a:schemeClr val="bg1"/>
              </a:solidFill>
              <a:latin typeface="Arial" charset="0"/>
              <a:ea typeface="+mn-ea"/>
            </a:endParaRPr>
          </a:p>
        </p:txBody>
      </p:sp>
      <p:sp>
        <p:nvSpPr>
          <p:cNvPr id="6" name="Textfeld 3"/>
          <p:cNvSpPr txBox="1">
            <a:spLocks noChangeArrowheads="1"/>
          </p:cNvSpPr>
          <p:nvPr userDrawn="1"/>
        </p:nvSpPr>
        <p:spPr bwMode="auto">
          <a:xfrm>
            <a:off x="10608734" y="6548438"/>
            <a:ext cx="768351" cy="266700"/>
          </a:xfrm>
          <a:prstGeom prst="rect">
            <a:avLst/>
          </a:prstGeom>
          <a:noFill/>
          <a:ln>
            <a:noFill/>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de-DE" sz="1100">
                <a:solidFill>
                  <a:schemeClr val="bg1"/>
                </a:solidFill>
                <a:latin typeface="Arial" charset="0"/>
                <a:ea typeface="+mn-ea"/>
              </a:rPr>
              <a:t>Seite</a:t>
            </a:r>
          </a:p>
        </p:txBody>
      </p:sp>
      <p:pic>
        <p:nvPicPr>
          <p:cNvPr id="7" name="Grafik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80484" y="6599238"/>
            <a:ext cx="1921933"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a:spLocks noChangeArrowheads="1"/>
          </p:cNvSpPr>
          <p:nvPr userDrawn="1"/>
        </p:nvSpPr>
        <p:spPr bwMode="auto">
          <a:xfrm>
            <a:off x="431800" y="2114574"/>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9" name="Rectangle 10"/>
          <p:cNvSpPr>
            <a:spLocks noChangeArrowheads="1"/>
          </p:cNvSpPr>
          <p:nvPr userDrawn="1"/>
        </p:nvSpPr>
        <p:spPr bwMode="auto">
          <a:xfrm>
            <a:off x="3310467" y="2114574"/>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0" name="Rectangle 11"/>
          <p:cNvSpPr>
            <a:spLocks noChangeArrowheads="1"/>
          </p:cNvSpPr>
          <p:nvPr userDrawn="1"/>
        </p:nvSpPr>
        <p:spPr bwMode="auto">
          <a:xfrm>
            <a:off x="6191251" y="2114574"/>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1" name="Rectangle 12"/>
          <p:cNvSpPr>
            <a:spLocks noChangeArrowheads="1"/>
          </p:cNvSpPr>
          <p:nvPr userDrawn="1"/>
        </p:nvSpPr>
        <p:spPr bwMode="auto">
          <a:xfrm>
            <a:off x="9069917" y="2114574"/>
            <a:ext cx="2616200" cy="1962150"/>
          </a:xfrm>
          <a:prstGeom prst="rect">
            <a:avLst/>
          </a:prstGeom>
          <a:solidFill>
            <a:srgbClr val="80BA24"/>
          </a:solidFill>
          <a:ln w="6350">
            <a:solidFill>
              <a:srgbClr val="80BA24"/>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2" name="Rectangle 13"/>
          <p:cNvSpPr>
            <a:spLocks noChangeArrowheads="1"/>
          </p:cNvSpPr>
          <p:nvPr userDrawn="1"/>
        </p:nvSpPr>
        <p:spPr bwMode="auto">
          <a:xfrm>
            <a:off x="431800" y="4275162"/>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3" name="Rectangle 14"/>
          <p:cNvSpPr>
            <a:spLocks noChangeArrowheads="1"/>
          </p:cNvSpPr>
          <p:nvPr userDrawn="1"/>
        </p:nvSpPr>
        <p:spPr bwMode="auto">
          <a:xfrm>
            <a:off x="3310467" y="4275162"/>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4" name="Rectangle 15"/>
          <p:cNvSpPr>
            <a:spLocks noChangeArrowheads="1"/>
          </p:cNvSpPr>
          <p:nvPr userDrawn="1"/>
        </p:nvSpPr>
        <p:spPr bwMode="auto">
          <a:xfrm>
            <a:off x="6191251" y="4275162"/>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5" name="Rectangle 16"/>
          <p:cNvSpPr>
            <a:spLocks noChangeArrowheads="1"/>
          </p:cNvSpPr>
          <p:nvPr userDrawn="1"/>
        </p:nvSpPr>
        <p:spPr bwMode="auto">
          <a:xfrm>
            <a:off x="9069917" y="4275162"/>
            <a:ext cx="2616200" cy="1962150"/>
          </a:xfrm>
          <a:prstGeom prst="rect">
            <a:avLst/>
          </a:prstGeom>
          <a:solidFill>
            <a:srgbClr val="80BA24"/>
          </a:solidFill>
          <a:ln w="6350">
            <a:solidFill>
              <a:srgbClr val="80BA24"/>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2" name="Titel 1"/>
          <p:cNvSpPr>
            <a:spLocks noGrp="1"/>
          </p:cNvSpPr>
          <p:nvPr>
            <p:ph type="title"/>
          </p:nvPr>
        </p:nvSpPr>
        <p:spPr>
          <a:xfrm>
            <a:off x="432001" y="1080000"/>
            <a:ext cx="11323407" cy="576000"/>
          </a:xfrm>
        </p:spPr>
        <p:txBody>
          <a:bodyPr lIns="0"/>
          <a:lstStyle/>
          <a:p>
            <a:r>
              <a:rPr lang="de-DE" dirty="0"/>
              <a:t>Mastertitelformat bearbeiten</a:t>
            </a:r>
          </a:p>
        </p:txBody>
      </p:sp>
      <p:sp>
        <p:nvSpPr>
          <p:cNvPr id="16" name="Foliennummernplatzhalter 5"/>
          <p:cNvSpPr>
            <a:spLocks noGrp="1"/>
          </p:cNvSpPr>
          <p:nvPr>
            <p:ph type="sldNum" sz="quarter" idx="10"/>
          </p:nvPr>
        </p:nvSpPr>
        <p:spPr/>
        <p:txBody>
          <a:bodyPr/>
          <a:lstStyle>
            <a:lvl1pPr>
              <a:defRPr/>
            </a:lvl1pPr>
          </a:lstStyle>
          <a:p>
            <a:pPr>
              <a:defRPr/>
            </a:pPr>
            <a:fld id="{44477509-71AF-1442-AA36-4D80324E8263}" type="slidenum">
              <a:rPr lang="de-DE" altLang="de-DE"/>
              <a:pPr>
                <a:defRPr/>
              </a:pPr>
              <a:t>‹Nr.›</a:t>
            </a:fld>
            <a:endParaRPr lang="de-DE" altLang="de-DE"/>
          </a:p>
        </p:txBody>
      </p:sp>
      <p:sp>
        <p:nvSpPr>
          <p:cNvPr id="18" name="Textplatzhalter 17"/>
          <p:cNvSpPr>
            <a:spLocks noGrp="1"/>
          </p:cNvSpPr>
          <p:nvPr>
            <p:ph type="body" sz="quarter" idx="11" hasCustomPrompt="1"/>
          </p:nvPr>
        </p:nvSpPr>
        <p:spPr>
          <a:xfrm>
            <a:off x="431801" y="1620001"/>
            <a:ext cx="11324167" cy="492986"/>
          </a:xfrm>
        </p:spPr>
        <p:txBody>
          <a:bodyPr/>
          <a:lstStyle>
            <a:lvl1pPr marL="0" indent="0">
              <a:buNone/>
              <a:defRPr/>
            </a:lvl1pPr>
          </a:lstStyle>
          <a:p>
            <a:pPr lvl="0"/>
            <a:r>
              <a:rPr lang="de-DE" altLang="de-DE" sz="1800" dirty="0">
                <a:latin typeface="Arial" charset="0"/>
                <a:ea typeface="MS PGothic" charset="-128"/>
                <a:cs typeface="Arial" charset="0"/>
              </a:rPr>
              <a:t>Textfeld</a:t>
            </a:r>
            <a:endParaRPr lang="de-DE" dirty="0"/>
          </a:p>
        </p:txBody>
      </p:sp>
      <p:sp>
        <p:nvSpPr>
          <p:cNvPr id="19" name="Textplatzhalter 18"/>
          <p:cNvSpPr>
            <a:spLocks noGrp="1"/>
          </p:cNvSpPr>
          <p:nvPr>
            <p:ph type="body" sz="quarter" idx="12"/>
          </p:nvPr>
        </p:nvSpPr>
        <p:spPr>
          <a:xfrm>
            <a:off x="719667" y="2275200"/>
            <a:ext cx="2015960" cy="649744"/>
          </a:xfrm>
        </p:spPr>
        <p:txBody>
          <a:bodyPr/>
          <a:lstStyle>
            <a:lvl1pPr marL="0" indent="0">
              <a:buFontTx/>
              <a:buNone/>
              <a:defRPr sz="1600" b="1">
                <a:solidFill>
                  <a:schemeClr val="bg1"/>
                </a:solidFill>
              </a:defRPr>
            </a:lvl1pPr>
          </a:lstStyle>
          <a:p>
            <a:pPr lvl="0"/>
            <a:endParaRPr lang="de-DE" dirty="0"/>
          </a:p>
        </p:txBody>
      </p:sp>
      <p:sp>
        <p:nvSpPr>
          <p:cNvPr id="20" name="Textplatzhalter 18"/>
          <p:cNvSpPr>
            <a:spLocks noGrp="1"/>
          </p:cNvSpPr>
          <p:nvPr>
            <p:ph type="body" sz="quarter" idx="13"/>
          </p:nvPr>
        </p:nvSpPr>
        <p:spPr>
          <a:xfrm>
            <a:off x="3600000" y="2275200"/>
            <a:ext cx="2015960" cy="649744"/>
          </a:xfrm>
        </p:spPr>
        <p:txBody>
          <a:bodyPr/>
          <a:lstStyle>
            <a:lvl1pPr marL="0" indent="0">
              <a:buFontTx/>
              <a:buNone/>
              <a:defRPr sz="1600" b="1">
                <a:solidFill>
                  <a:schemeClr val="bg1"/>
                </a:solidFill>
              </a:defRPr>
            </a:lvl1pPr>
          </a:lstStyle>
          <a:p>
            <a:pPr lvl="0"/>
            <a:endParaRPr lang="de-DE" dirty="0"/>
          </a:p>
        </p:txBody>
      </p:sp>
      <p:sp>
        <p:nvSpPr>
          <p:cNvPr id="21" name="Textplatzhalter 18"/>
          <p:cNvSpPr>
            <a:spLocks noGrp="1"/>
          </p:cNvSpPr>
          <p:nvPr>
            <p:ph type="body" sz="quarter" idx="14"/>
          </p:nvPr>
        </p:nvSpPr>
        <p:spPr>
          <a:xfrm>
            <a:off x="6480000" y="2275200"/>
            <a:ext cx="2015960" cy="649744"/>
          </a:xfrm>
        </p:spPr>
        <p:txBody>
          <a:bodyPr/>
          <a:lstStyle>
            <a:lvl1pPr marL="0" indent="0">
              <a:buFontTx/>
              <a:buNone/>
              <a:defRPr sz="1600" b="1">
                <a:solidFill>
                  <a:schemeClr val="bg1"/>
                </a:solidFill>
              </a:defRPr>
            </a:lvl1pPr>
          </a:lstStyle>
          <a:p>
            <a:pPr lvl="0"/>
            <a:endParaRPr lang="de-DE" dirty="0"/>
          </a:p>
        </p:txBody>
      </p:sp>
      <p:sp>
        <p:nvSpPr>
          <p:cNvPr id="22" name="Textplatzhalter 18"/>
          <p:cNvSpPr>
            <a:spLocks noGrp="1"/>
          </p:cNvSpPr>
          <p:nvPr>
            <p:ph type="body" sz="quarter" idx="15"/>
          </p:nvPr>
        </p:nvSpPr>
        <p:spPr>
          <a:xfrm>
            <a:off x="720000" y="4435200"/>
            <a:ext cx="2015960" cy="649744"/>
          </a:xfrm>
        </p:spPr>
        <p:txBody>
          <a:bodyPr/>
          <a:lstStyle>
            <a:lvl1pPr marL="0" indent="0">
              <a:buFontTx/>
              <a:buNone/>
              <a:defRPr sz="1600" b="1">
                <a:solidFill>
                  <a:schemeClr val="bg1"/>
                </a:solidFill>
              </a:defRPr>
            </a:lvl1pPr>
          </a:lstStyle>
          <a:p>
            <a:pPr lvl="0"/>
            <a:endParaRPr lang="de-DE" dirty="0"/>
          </a:p>
        </p:txBody>
      </p:sp>
      <p:sp>
        <p:nvSpPr>
          <p:cNvPr id="23" name="Textplatzhalter 18"/>
          <p:cNvSpPr>
            <a:spLocks noGrp="1"/>
          </p:cNvSpPr>
          <p:nvPr>
            <p:ph type="body" sz="quarter" idx="16"/>
          </p:nvPr>
        </p:nvSpPr>
        <p:spPr>
          <a:xfrm>
            <a:off x="3600000" y="4435200"/>
            <a:ext cx="2015960" cy="649744"/>
          </a:xfrm>
        </p:spPr>
        <p:txBody>
          <a:bodyPr/>
          <a:lstStyle>
            <a:lvl1pPr marL="0" indent="0">
              <a:buFontTx/>
              <a:buNone/>
              <a:defRPr sz="1600" b="1">
                <a:solidFill>
                  <a:schemeClr val="bg1"/>
                </a:solidFill>
              </a:defRPr>
            </a:lvl1pPr>
          </a:lstStyle>
          <a:p>
            <a:pPr lvl="0"/>
            <a:endParaRPr lang="de-DE" dirty="0"/>
          </a:p>
        </p:txBody>
      </p:sp>
      <p:sp>
        <p:nvSpPr>
          <p:cNvPr id="24" name="Textplatzhalter 18"/>
          <p:cNvSpPr>
            <a:spLocks noGrp="1"/>
          </p:cNvSpPr>
          <p:nvPr>
            <p:ph type="body" sz="quarter" idx="17"/>
          </p:nvPr>
        </p:nvSpPr>
        <p:spPr>
          <a:xfrm>
            <a:off x="6480000" y="4435200"/>
            <a:ext cx="2015960" cy="649744"/>
          </a:xfrm>
        </p:spPr>
        <p:txBody>
          <a:bodyPr/>
          <a:lstStyle>
            <a:lvl1pPr marL="0" indent="0">
              <a:buFontTx/>
              <a:buNone/>
              <a:defRPr sz="1600" b="1">
                <a:solidFill>
                  <a:schemeClr val="bg1"/>
                </a:solidFill>
              </a:defRPr>
            </a:lvl1pPr>
          </a:lstStyle>
          <a:p>
            <a:pPr lvl="0"/>
            <a:endParaRPr lang="de-DE" dirty="0"/>
          </a:p>
        </p:txBody>
      </p:sp>
      <p:sp>
        <p:nvSpPr>
          <p:cNvPr id="25" name="Textplatzhalter 24"/>
          <p:cNvSpPr>
            <a:spLocks noGrp="1"/>
          </p:cNvSpPr>
          <p:nvPr>
            <p:ph type="body" sz="quarter" idx="18" hasCustomPrompt="1"/>
          </p:nvPr>
        </p:nvSpPr>
        <p:spPr>
          <a:xfrm>
            <a:off x="719668" y="2700000"/>
            <a:ext cx="2015960" cy="1161048"/>
          </a:xfrm>
        </p:spPr>
        <p:txBody>
          <a:bodyPr/>
          <a:lstStyle>
            <a:lvl1pPr marL="0" indent="0">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tabLst/>
              <a:defRPr/>
            </a:pPr>
            <a:r>
              <a:rPr lang="de-DE" dirty="0"/>
              <a:t>Text hinzufügen</a:t>
            </a:r>
          </a:p>
        </p:txBody>
      </p:sp>
      <p:sp>
        <p:nvSpPr>
          <p:cNvPr id="26" name="Textplatzhalter 24"/>
          <p:cNvSpPr>
            <a:spLocks noGrp="1"/>
          </p:cNvSpPr>
          <p:nvPr>
            <p:ph type="body" sz="quarter" idx="19" hasCustomPrompt="1"/>
          </p:nvPr>
        </p:nvSpPr>
        <p:spPr>
          <a:xfrm>
            <a:off x="3600000" y="2700000"/>
            <a:ext cx="2279760" cy="1161048"/>
          </a:xfrm>
        </p:spPr>
        <p:txBody>
          <a:bodyPr/>
          <a:lstStyle>
            <a:lvl1pPr marL="0" indent="0">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tabLst/>
              <a:defRPr/>
            </a:pPr>
            <a:r>
              <a:rPr lang="de-DE" dirty="0"/>
              <a:t>Text hinzufügen</a:t>
            </a:r>
          </a:p>
        </p:txBody>
      </p:sp>
      <p:sp>
        <p:nvSpPr>
          <p:cNvPr id="27" name="Textplatzhalter 24"/>
          <p:cNvSpPr>
            <a:spLocks noGrp="1"/>
          </p:cNvSpPr>
          <p:nvPr>
            <p:ph type="body" sz="quarter" idx="20" hasCustomPrompt="1"/>
          </p:nvPr>
        </p:nvSpPr>
        <p:spPr>
          <a:xfrm>
            <a:off x="6480000" y="2700000"/>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
        <p:nvSpPr>
          <p:cNvPr id="28" name="Textplatzhalter 24"/>
          <p:cNvSpPr>
            <a:spLocks noGrp="1"/>
          </p:cNvSpPr>
          <p:nvPr>
            <p:ph type="body" sz="quarter" idx="21" hasCustomPrompt="1"/>
          </p:nvPr>
        </p:nvSpPr>
        <p:spPr>
          <a:xfrm>
            <a:off x="719667" y="4896000"/>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
        <p:nvSpPr>
          <p:cNvPr id="29" name="Textplatzhalter 24"/>
          <p:cNvSpPr>
            <a:spLocks noGrp="1"/>
          </p:cNvSpPr>
          <p:nvPr>
            <p:ph type="body" sz="quarter" idx="22" hasCustomPrompt="1"/>
          </p:nvPr>
        </p:nvSpPr>
        <p:spPr>
          <a:xfrm>
            <a:off x="3600000" y="4860000"/>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
        <p:nvSpPr>
          <p:cNvPr id="30" name="Textplatzhalter 24"/>
          <p:cNvSpPr>
            <a:spLocks noGrp="1"/>
          </p:cNvSpPr>
          <p:nvPr>
            <p:ph type="body" sz="quarter" idx="23" hasCustomPrompt="1"/>
          </p:nvPr>
        </p:nvSpPr>
        <p:spPr>
          <a:xfrm>
            <a:off x="6480000" y="4860000"/>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Tree>
    <p:extLst>
      <p:ext uri="{BB962C8B-B14F-4D97-AF65-F5344CB8AC3E}">
        <p14:creationId xmlns:p14="http://schemas.microsoft.com/office/powerpoint/2010/main" val="15659439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Kapitelfolie">
    <p:spTree>
      <p:nvGrpSpPr>
        <p:cNvPr id="1" name=""/>
        <p:cNvGrpSpPr/>
        <p:nvPr/>
      </p:nvGrpSpPr>
      <p:grpSpPr>
        <a:xfrm>
          <a:off x="0" y="0"/>
          <a:ext cx="0" cy="0"/>
          <a:chOff x="0" y="0"/>
          <a:chExt cx="0" cy="0"/>
        </a:xfrm>
      </p:grpSpPr>
      <p:sp>
        <p:nvSpPr>
          <p:cNvPr id="3" name="Rectangle 5"/>
          <p:cNvSpPr>
            <a:spLocks noChangeArrowheads="1"/>
          </p:cNvSpPr>
          <p:nvPr userDrawn="1"/>
        </p:nvSpPr>
        <p:spPr bwMode="auto">
          <a:xfrm>
            <a:off x="1" y="6497638"/>
            <a:ext cx="12187767" cy="360362"/>
          </a:xfrm>
          <a:prstGeom prst="rect">
            <a:avLst/>
          </a:prstGeom>
          <a:solidFill>
            <a:srgbClr val="4A5C66"/>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5" name="Textfeld 2"/>
          <p:cNvSpPr txBox="1">
            <a:spLocks noChangeArrowheads="1"/>
          </p:cNvSpPr>
          <p:nvPr userDrawn="1"/>
        </p:nvSpPr>
        <p:spPr bwMode="auto">
          <a:xfrm>
            <a:off x="7727951" y="6548438"/>
            <a:ext cx="2882900" cy="266700"/>
          </a:xfrm>
          <a:prstGeom prst="rect">
            <a:avLst/>
          </a:prstGeom>
          <a:noFill/>
          <a:ln>
            <a:noFill/>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de-DE" sz="1100">
                <a:solidFill>
                  <a:schemeClr val="bg1"/>
                </a:solidFill>
                <a:latin typeface="Arial" charset="0"/>
                <a:ea typeface="+mn-ea"/>
              </a:rPr>
              <a:t>Aly Elbermawy</a:t>
            </a:r>
            <a:endParaRPr lang="de-DE" sz="1100" dirty="0">
              <a:solidFill>
                <a:schemeClr val="bg1"/>
              </a:solidFill>
              <a:latin typeface="Arial" charset="0"/>
              <a:ea typeface="+mn-ea"/>
            </a:endParaRPr>
          </a:p>
        </p:txBody>
      </p:sp>
      <p:sp>
        <p:nvSpPr>
          <p:cNvPr id="6" name="Textfeld 3"/>
          <p:cNvSpPr txBox="1">
            <a:spLocks noChangeArrowheads="1"/>
          </p:cNvSpPr>
          <p:nvPr userDrawn="1"/>
        </p:nvSpPr>
        <p:spPr bwMode="auto">
          <a:xfrm>
            <a:off x="10608734" y="6548438"/>
            <a:ext cx="768351" cy="266700"/>
          </a:xfrm>
          <a:prstGeom prst="rect">
            <a:avLst/>
          </a:prstGeom>
          <a:noFill/>
          <a:ln>
            <a:noFill/>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de-DE" sz="1100">
                <a:solidFill>
                  <a:schemeClr val="bg1"/>
                </a:solidFill>
                <a:latin typeface="Arial" charset="0"/>
                <a:ea typeface="+mn-ea"/>
              </a:rPr>
              <a:t>Seite</a:t>
            </a:r>
          </a:p>
        </p:txBody>
      </p:sp>
      <p:pic>
        <p:nvPicPr>
          <p:cNvPr id="7" name="Grafik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80484" y="6599238"/>
            <a:ext cx="1921933"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a:spLocks noChangeArrowheads="1"/>
          </p:cNvSpPr>
          <p:nvPr userDrawn="1"/>
        </p:nvSpPr>
        <p:spPr bwMode="auto">
          <a:xfrm>
            <a:off x="431800" y="2114574"/>
            <a:ext cx="2616200" cy="1962150"/>
          </a:xfrm>
          <a:prstGeom prst="rect">
            <a:avLst/>
          </a:prstGeom>
          <a:no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9" name="Rectangle 10"/>
          <p:cNvSpPr>
            <a:spLocks noChangeArrowheads="1"/>
          </p:cNvSpPr>
          <p:nvPr userDrawn="1"/>
        </p:nvSpPr>
        <p:spPr bwMode="auto">
          <a:xfrm>
            <a:off x="3310467" y="2114574"/>
            <a:ext cx="2616200" cy="1962150"/>
          </a:xfrm>
          <a:prstGeom prst="rect">
            <a:avLst/>
          </a:prstGeom>
          <a:no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0" name="Rectangle 11"/>
          <p:cNvSpPr>
            <a:spLocks noChangeArrowheads="1"/>
          </p:cNvSpPr>
          <p:nvPr userDrawn="1"/>
        </p:nvSpPr>
        <p:spPr bwMode="auto">
          <a:xfrm>
            <a:off x="6191251" y="2114574"/>
            <a:ext cx="2616200" cy="1962150"/>
          </a:xfrm>
          <a:prstGeom prst="rect">
            <a:avLst/>
          </a:prstGeom>
          <a:no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1" name="Rectangle 12"/>
          <p:cNvSpPr>
            <a:spLocks noChangeArrowheads="1"/>
          </p:cNvSpPr>
          <p:nvPr userDrawn="1"/>
        </p:nvSpPr>
        <p:spPr bwMode="auto">
          <a:xfrm>
            <a:off x="9069917" y="2114574"/>
            <a:ext cx="2616200" cy="1962150"/>
          </a:xfrm>
          <a:prstGeom prst="rect">
            <a:avLst/>
          </a:prstGeom>
          <a:solidFill>
            <a:srgbClr val="80BA24"/>
          </a:solidFill>
          <a:ln w="6350">
            <a:solidFill>
              <a:srgbClr val="80BA24"/>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2" name="Rectangle 13"/>
          <p:cNvSpPr>
            <a:spLocks noChangeArrowheads="1"/>
          </p:cNvSpPr>
          <p:nvPr userDrawn="1"/>
        </p:nvSpPr>
        <p:spPr bwMode="auto">
          <a:xfrm>
            <a:off x="431800" y="4275162"/>
            <a:ext cx="2616200" cy="1962150"/>
          </a:xfrm>
          <a:prstGeom prst="rect">
            <a:avLst/>
          </a:prstGeom>
          <a:no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3" name="Rectangle 14"/>
          <p:cNvSpPr>
            <a:spLocks noChangeArrowheads="1"/>
          </p:cNvSpPr>
          <p:nvPr userDrawn="1"/>
        </p:nvSpPr>
        <p:spPr bwMode="auto">
          <a:xfrm>
            <a:off x="3310467" y="4275162"/>
            <a:ext cx="2616200" cy="1962150"/>
          </a:xfrm>
          <a:prstGeom prst="rect">
            <a:avLst/>
          </a:prstGeom>
          <a:no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4" name="Rectangle 15"/>
          <p:cNvSpPr>
            <a:spLocks noChangeArrowheads="1"/>
          </p:cNvSpPr>
          <p:nvPr userDrawn="1"/>
        </p:nvSpPr>
        <p:spPr bwMode="auto">
          <a:xfrm>
            <a:off x="6191251" y="4275162"/>
            <a:ext cx="2616200" cy="1962150"/>
          </a:xfrm>
          <a:prstGeom prst="rect">
            <a:avLst/>
          </a:prstGeom>
          <a:no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5" name="Rectangle 16"/>
          <p:cNvSpPr>
            <a:spLocks noChangeArrowheads="1"/>
          </p:cNvSpPr>
          <p:nvPr userDrawn="1"/>
        </p:nvSpPr>
        <p:spPr bwMode="auto">
          <a:xfrm>
            <a:off x="9069917" y="4275162"/>
            <a:ext cx="2616200" cy="1962150"/>
          </a:xfrm>
          <a:prstGeom prst="rect">
            <a:avLst/>
          </a:prstGeom>
          <a:solidFill>
            <a:srgbClr val="80BA24"/>
          </a:solidFill>
          <a:ln w="6350">
            <a:solidFill>
              <a:srgbClr val="80BA24"/>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2" name="Titel 1"/>
          <p:cNvSpPr>
            <a:spLocks noGrp="1"/>
          </p:cNvSpPr>
          <p:nvPr>
            <p:ph type="title"/>
          </p:nvPr>
        </p:nvSpPr>
        <p:spPr>
          <a:xfrm>
            <a:off x="432001" y="1080000"/>
            <a:ext cx="11323407" cy="576000"/>
          </a:xfrm>
        </p:spPr>
        <p:txBody>
          <a:bodyPr lIns="0"/>
          <a:lstStyle/>
          <a:p>
            <a:r>
              <a:rPr lang="de-DE"/>
              <a:t>Mastertitelformat bearbeiten</a:t>
            </a:r>
            <a:endParaRPr lang="de-DE" dirty="0"/>
          </a:p>
        </p:txBody>
      </p:sp>
      <p:sp>
        <p:nvSpPr>
          <p:cNvPr id="16" name="Foliennummernplatzhalter 5"/>
          <p:cNvSpPr>
            <a:spLocks noGrp="1"/>
          </p:cNvSpPr>
          <p:nvPr>
            <p:ph type="sldNum" sz="quarter" idx="10"/>
          </p:nvPr>
        </p:nvSpPr>
        <p:spPr/>
        <p:txBody>
          <a:bodyPr/>
          <a:lstStyle>
            <a:lvl1pPr>
              <a:defRPr/>
            </a:lvl1pPr>
          </a:lstStyle>
          <a:p>
            <a:pPr>
              <a:defRPr/>
            </a:pPr>
            <a:fld id="{1D4B7358-837F-F449-96D9-6AA1275CBD5B}" type="slidenum">
              <a:rPr lang="de-DE" altLang="de-DE"/>
              <a:pPr>
                <a:defRPr/>
              </a:pPr>
              <a:t>‹Nr.›</a:t>
            </a:fld>
            <a:endParaRPr lang="de-DE" altLang="de-DE"/>
          </a:p>
        </p:txBody>
      </p:sp>
      <p:sp>
        <p:nvSpPr>
          <p:cNvPr id="17" name="Textplatzhalter 17"/>
          <p:cNvSpPr>
            <a:spLocks noGrp="1"/>
          </p:cNvSpPr>
          <p:nvPr>
            <p:ph type="body" sz="quarter" idx="11" hasCustomPrompt="1"/>
          </p:nvPr>
        </p:nvSpPr>
        <p:spPr>
          <a:xfrm>
            <a:off x="431801" y="1620001"/>
            <a:ext cx="11324167" cy="296832"/>
          </a:xfrm>
        </p:spPr>
        <p:txBody>
          <a:bodyPr/>
          <a:lstStyle>
            <a:lvl1pPr marL="0" indent="0">
              <a:buNone/>
              <a:defRPr/>
            </a:lvl1pPr>
          </a:lstStyle>
          <a:p>
            <a:pPr lvl="0"/>
            <a:r>
              <a:rPr lang="de-DE" altLang="de-DE" sz="1800" dirty="0">
                <a:latin typeface="Arial" charset="0"/>
                <a:ea typeface="MS PGothic" charset="-128"/>
                <a:cs typeface="Arial" charset="0"/>
              </a:rPr>
              <a:t>Textfeld</a:t>
            </a:r>
            <a:endParaRPr lang="de-DE" dirty="0"/>
          </a:p>
        </p:txBody>
      </p:sp>
      <p:sp>
        <p:nvSpPr>
          <p:cNvPr id="19" name="Textplatzhalter 18"/>
          <p:cNvSpPr>
            <a:spLocks noGrp="1"/>
          </p:cNvSpPr>
          <p:nvPr>
            <p:ph type="body" sz="quarter" idx="12"/>
          </p:nvPr>
        </p:nvSpPr>
        <p:spPr>
          <a:xfrm>
            <a:off x="719667" y="2275200"/>
            <a:ext cx="2015960" cy="1009784"/>
          </a:xfrm>
        </p:spPr>
        <p:txBody>
          <a:bodyPr/>
          <a:lstStyle>
            <a:lvl1pPr marL="0" indent="0">
              <a:buFontTx/>
              <a:buNone/>
              <a:defRPr sz="1600" b="1"/>
            </a:lvl1pPr>
          </a:lstStyle>
          <a:p>
            <a:pPr lvl="0"/>
            <a:endParaRPr lang="de-DE" dirty="0"/>
          </a:p>
        </p:txBody>
      </p:sp>
      <p:sp>
        <p:nvSpPr>
          <p:cNvPr id="20" name="Textplatzhalter 18"/>
          <p:cNvSpPr>
            <a:spLocks noGrp="1"/>
          </p:cNvSpPr>
          <p:nvPr>
            <p:ph type="body" sz="quarter" idx="13"/>
          </p:nvPr>
        </p:nvSpPr>
        <p:spPr>
          <a:xfrm>
            <a:off x="3600000" y="2275200"/>
            <a:ext cx="2015960" cy="1009784"/>
          </a:xfrm>
        </p:spPr>
        <p:txBody>
          <a:bodyPr/>
          <a:lstStyle>
            <a:lvl1pPr marL="0" indent="0">
              <a:buFontTx/>
              <a:buNone/>
              <a:defRPr sz="1600" b="1"/>
            </a:lvl1pPr>
          </a:lstStyle>
          <a:p>
            <a:pPr lvl="0"/>
            <a:endParaRPr lang="de-DE" dirty="0"/>
          </a:p>
        </p:txBody>
      </p:sp>
      <p:sp>
        <p:nvSpPr>
          <p:cNvPr id="21" name="Textplatzhalter 18"/>
          <p:cNvSpPr>
            <a:spLocks noGrp="1"/>
          </p:cNvSpPr>
          <p:nvPr>
            <p:ph type="body" sz="quarter" idx="14"/>
          </p:nvPr>
        </p:nvSpPr>
        <p:spPr>
          <a:xfrm>
            <a:off x="6480000" y="2275200"/>
            <a:ext cx="2015960" cy="1009784"/>
          </a:xfrm>
        </p:spPr>
        <p:txBody>
          <a:bodyPr/>
          <a:lstStyle>
            <a:lvl1pPr marL="0" indent="0">
              <a:buFontTx/>
              <a:buNone/>
              <a:defRPr sz="1600" b="1"/>
            </a:lvl1pPr>
          </a:lstStyle>
          <a:p>
            <a:pPr lvl="0"/>
            <a:endParaRPr lang="de-DE" dirty="0"/>
          </a:p>
        </p:txBody>
      </p:sp>
      <p:sp>
        <p:nvSpPr>
          <p:cNvPr id="22" name="Textplatzhalter 18"/>
          <p:cNvSpPr>
            <a:spLocks noGrp="1"/>
          </p:cNvSpPr>
          <p:nvPr>
            <p:ph type="body" sz="quarter" idx="15"/>
          </p:nvPr>
        </p:nvSpPr>
        <p:spPr>
          <a:xfrm>
            <a:off x="720000" y="4435200"/>
            <a:ext cx="2015960" cy="1009784"/>
          </a:xfrm>
        </p:spPr>
        <p:txBody>
          <a:bodyPr/>
          <a:lstStyle>
            <a:lvl1pPr marL="0" indent="0">
              <a:buFontTx/>
              <a:buNone/>
              <a:defRPr sz="1600" b="1"/>
            </a:lvl1pPr>
          </a:lstStyle>
          <a:p>
            <a:pPr lvl="0"/>
            <a:endParaRPr lang="de-DE" dirty="0"/>
          </a:p>
        </p:txBody>
      </p:sp>
      <p:sp>
        <p:nvSpPr>
          <p:cNvPr id="23" name="Textplatzhalter 18"/>
          <p:cNvSpPr>
            <a:spLocks noGrp="1"/>
          </p:cNvSpPr>
          <p:nvPr>
            <p:ph type="body" sz="quarter" idx="16"/>
          </p:nvPr>
        </p:nvSpPr>
        <p:spPr>
          <a:xfrm>
            <a:off x="3600000" y="4435200"/>
            <a:ext cx="2015960" cy="1009784"/>
          </a:xfrm>
        </p:spPr>
        <p:txBody>
          <a:bodyPr/>
          <a:lstStyle>
            <a:lvl1pPr marL="0" indent="0">
              <a:buFontTx/>
              <a:buNone/>
              <a:defRPr sz="1600" b="1"/>
            </a:lvl1pPr>
          </a:lstStyle>
          <a:p>
            <a:pPr lvl="0"/>
            <a:endParaRPr lang="de-DE" dirty="0"/>
          </a:p>
        </p:txBody>
      </p:sp>
      <p:sp>
        <p:nvSpPr>
          <p:cNvPr id="24" name="Textplatzhalter 18"/>
          <p:cNvSpPr>
            <a:spLocks noGrp="1"/>
          </p:cNvSpPr>
          <p:nvPr>
            <p:ph type="body" sz="quarter" idx="17"/>
          </p:nvPr>
        </p:nvSpPr>
        <p:spPr>
          <a:xfrm>
            <a:off x="6507781" y="4435200"/>
            <a:ext cx="2015960" cy="1009784"/>
          </a:xfrm>
        </p:spPr>
        <p:txBody>
          <a:bodyPr/>
          <a:lstStyle>
            <a:lvl1pPr marL="0" indent="0">
              <a:buFontTx/>
              <a:buNone/>
              <a:defRPr sz="1600" b="1"/>
            </a:lvl1pPr>
          </a:lstStyle>
          <a:p>
            <a:pPr lvl="0"/>
            <a:endParaRPr lang="de-DE" dirty="0"/>
          </a:p>
        </p:txBody>
      </p:sp>
    </p:spTree>
    <p:extLst>
      <p:ext uri="{BB962C8B-B14F-4D97-AF65-F5344CB8AC3E}">
        <p14:creationId xmlns:p14="http://schemas.microsoft.com/office/powerpoint/2010/main" val="14085627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Kapitelfolie">
    <p:spTree>
      <p:nvGrpSpPr>
        <p:cNvPr id="1" name=""/>
        <p:cNvGrpSpPr/>
        <p:nvPr/>
      </p:nvGrpSpPr>
      <p:grpSpPr>
        <a:xfrm>
          <a:off x="0" y="0"/>
          <a:ext cx="0" cy="0"/>
          <a:chOff x="0" y="0"/>
          <a:chExt cx="0" cy="0"/>
        </a:xfrm>
      </p:grpSpPr>
      <p:sp>
        <p:nvSpPr>
          <p:cNvPr id="3" name="Rectangle 5"/>
          <p:cNvSpPr>
            <a:spLocks noChangeArrowheads="1"/>
          </p:cNvSpPr>
          <p:nvPr userDrawn="1"/>
        </p:nvSpPr>
        <p:spPr bwMode="auto">
          <a:xfrm>
            <a:off x="1" y="6497638"/>
            <a:ext cx="12187767" cy="360362"/>
          </a:xfrm>
          <a:prstGeom prst="rect">
            <a:avLst/>
          </a:prstGeom>
          <a:solidFill>
            <a:srgbClr val="4A5C66"/>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5" name="Textfeld 2"/>
          <p:cNvSpPr txBox="1">
            <a:spLocks noChangeArrowheads="1"/>
          </p:cNvSpPr>
          <p:nvPr userDrawn="1"/>
        </p:nvSpPr>
        <p:spPr bwMode="auto">
          <a:xfrm>
            <a:off x="7727951" y="6548438"/>
            <a:ext cx="2882900" cy="266700"/>
          </a:xfrm>
          <a:prstGeom prst="rect">
            <a:avLst/>
          </a:prstGeom>
          <a:noFill/>
          <a:ln>
            <a:noFill/>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de-DE" sz="1100">
                <a:solidFill>
                  <a:schemeClr val="bg1"/>
                </a:solidFill>
                <a:latin typeface="Arial" charset="0"/>
                <a:ea typeface="+mn-ea"/>
              </a:rPr>
              <a:t>Aly Elbermawy</a:t>
            </a:r>
            <a:endParaRPr lang="de-DE" sz="1100" dirty="0">
              <a:solidFill>
                <a:schemeClr val="bg1"/>
              </a:solidFill>
              <a:latin typeface="Arial" charset="0"/>
              <a:ea typeface="+mn-ea"/>
            </a:endParaRPr>
          </a:p>
        </p:txBody>
      </p:sp>
      <p:sp>
        <p:nvSpPr>
          <p:cNvPr id="6" name="Textfeld 3"/>
          <p:cNvSpPr txBox="1">
            <a:spLocks noChangeArrowheads="1"/>
          </p:cNvSpPr>
          <p:nvPr userDrawn="1"/>
        </p:nvSpPr>
        <p:spPr bwMode="auto">
          <a:xfrm>
            <a:off x="10608734" y="6548438"/>
            <a:ext cx="768351" cy="266700"/>
          </a:xfrm>
          <a:prstGeom prst="rect">
            <a:avLst/>
          </a:prstGeom>
          <a:noFill/>
          <a:ln>
            <a:noFill/>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de-DE" sz="1100">
                <a:solidFill>
                  <a:schemeClr val="bg1"/>
                </a:solidFill>
                <a:latin typeface="Arial" charset="0"/>
                <a:ea typeface="+mn-ea"/>
              </a:rPr>
              <a:t>Seite</a:t>
            </a:r>
          </a:p>
        </p:txBody>
      </p:sp>
      <p:pic>
        <p:nvPicPr>
          <p:cNvPr id="7" name="Grafik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80484" y="6599238"/>
            <a:ext cx="1921933"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a:spLocks noChangeArrowheads="1"/>
          </p:cNvSpPr>
          <p:nvPr userDrawn="1"/>
        </p:nvSpPr>
        <p:spPr bwMode="auto">
          <a:xfrm>
            <a:off x="431800" y="2114574"/>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9" name="Rectangle 10"/>
          <p:cNvSpPr>
            <a:spLocks noChangeArrowheads="1"/>
          </p:cNvSpPr>
          <p:nvPr userDrawn="1"/>
        </p:nvSpPr>
        <p:spPr bwMode="auto">
          <a:xfrm>
            <a:off x="3310467" y="2114574"/>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0" name="Rectangle 11"/>
          <p:cNvSpPr>
            <a:spLocks noChangeArrowheads="1"/>
          </p:cNvSpPr>
          <p:nvPr userDrawn="1"/>
        </p:nvSpPr>
        <p:spPr bwMode="auto">
          <a:xfrm>
            <a:off x="6191251" y="2114574"/>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1" name="Rectangle 12"/>
          <p:cNvSpPr>
            <a:spLocks noChangeArrowheads="1"/>
          </p:cNvSpPr>
          <p:nvPr userDrawn="1"/>
        </p:nvSpPr>
        <p:spPr bwMode="auto">
          <a:xfrm>
            <a:off x="9069917" y="2114574"/>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2" name="Rectangle 13"/>
          <p:cNvSpPr>
            <a:spLocks noChangeArrowheads="1"/>
          </p:cNvSpPr>
          <p:nvPr userDrawn="1"/>
        </p:nvSpPr>
        <p:spPr bwMode="auto">
          <a:xfrm>
            <a:off x="431800" y="4275162"/>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3" name="Rectangle 14"/>
          <p:cNvSpPr>
            <a:spLocks noChangeArrowheads="1"/>
          </p:cNvSpPr>
          <p:nvPr userDrawn="1"/>
        </p:nvSpPr>
        <p:spPr bwMode="auto">
          <a:xfrm>
            <a:off x="3310467" y="4275162"/>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4" name="Rectangle 15"/>
          <p:cNvSpPr>
            <a:spLocks noChangeArrowheads="1"/>
          </p:cNvSpPr>
          <p:nvPr userDrawn="1"/>
        </p:nvSpPr>
        <p:spPr bwMode="auto">
          <a:xfrm>
            <a:off x="6191251" y="4275162"/>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15" name="Rectangle 16"/>
          <p:cNvSpPr>
            <a:spLocks noChangeArrowheads="1"/>
          </p:cNvSpPr>
          <p:nvPr userDrawn="1"/>
        </p:nvSpPr>
        <p:spPr bwMode="auto">
          <a:xfrm>
            <a:off x="9069917" y="4275162"/>
            <a:ext cx="2616200" cy="1962150"/>
          </a:xfrm>
          <a:prstGeom prst="rect">
            <a:avLst/>
          </a:prstGeom>
          <a:solidFill>
            <a:srgbClr val="4A5C66"/>
          </a:solidFill>
          <a:ln w="6350">
            <a:solidFill>
              <a:srgbClr val="4A5C66"/>
            </a:solidFill>
            <a:miter lim="800000"/>
            <a:headEnd/>
            <a:tailEnd/>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2" name="Titel 1"/>
          <p:cNvSpPr>
            <a:spLocks noGrp="1"/>
          </p:cNvSpPr>
          <p:nvPr>
            <p:ph type="title"/>
          </p:nvPr>
        </p:nvSpPr>
        <p:spPr>
          <a:xfrm>
            <a:off x="432001" y="1080000"/>
            <a:ext cx="11323407" cy="576000"/>
          </a:xfrm>
        </p:spPr>
        <p:txBody>
          <a:bodyPr lIns="0"/>
          <a:lstStyle/>
          <a:p>
            <a:r>
              <a:rPr lang="de-DE"/>
              <a:t>Mastertitelformat bearbeiten</a:t>
            </a:r>
            <a:endParaRPr lang="de-DE" dirty="0"/>
          </a:p>
        </p:txBody>
      </p:sp>
      <p:sp>
        <p:nvSpPr>
          <p:cNvPr id="16" name="Foliennummernplatzhalter 5"/>
          <p:cNvSpPr>
            <a:spLocks noGrp="1"/>
          </p:cNvSpPr>
          <p:nvPr>
            <p:ph type="sldNum" sz="quarter" idx="10"/>
          </p:nvPr>
        </p:nvSpPr>
        <p:spPr/>
        <p:txBody>
          <a:bodyPr/>
          <a:lstStyle>
            <a:lvl1pPr>
              <a:defRPr/>
            </a:lvl1pPr>
          </a:lstStyle>
          <a:p>
            <a:pPr>
              <a:defRPr/>
            </a:pPr>
            <a:fld id="{44477509-71AF-1442-AA36-4D80324E8263}" type="slidenum">
              <a:rPr lang="de-DE" altLang="de-DE"/>
              <a:pPr>
                <a:defRPr/>
              </a:pPr>
              <a:t>‹Nr.›</a:t>
            </a:fld>
            <a:endParaRPr lang="de-DE" altLang="de-DE"/>
          </a:p>
        </p:txBody>
      </p:sp>
      <p:sp>
        <p:nvSpPr>
          <p:cNvPr id="18" name="Textplatzhalter 17"/>
          <p:cNvSpPr>
            <a:spLocks noGrp="1"/>
          </p:cNvSpPr>
          <p:nvPr>
            <p:ph type="body" sz="quarter" idx="11" hasCustomPrompt="1"/>
          </p:nvPr>
        </p:nvSpPr>
        <p:spPr>
          <a:xfrm>
            <a:off x="431801" y="1620001"/>
            <a:ext cx="11324167" cy="681037"/>
          </a:xfrm>
        </p:spPr>
        <p:txBody>
          <a:bodyPr/>
          <a:lstStyle>
            <a:lvl1pPr marL="0" indent="0">
              <a:buNone/>
              <a:defRPr/>
            </a:lvl1pPr>
          </a:lstStyle>
          <a:p>
            <a:pPr lvl="0"/>
            <a:r>
              <a:rPr lang="de-DE" altLang="de-DE" sz="1800" dirty="0">
                <a:latin typeface="Arial" charset="0"/>
                <a:ea typeface="MS PGothic" charset="-128"/>
                <a:cs typeface="Arial" charset="0"/>
              </a:rPr>
              <a:t>Textfeld</a:t>
            </a:r>
            <a:endParaRPr lang="de-DE" dirty="0"/>
          </a:p>
        </p:txBody>
      </p:sp>
      <p:sp>
        <p:nvSpPr>
          <p:cNvPr id="20" name="Textplatzhalter 18"/>
          <p:cNvSpPr>
            <a:spLocks noGrp="1"/>
          </p:cNvSpPr>
          <p:nvPr>
            <p:ph type="body" sz="quarter" idx="12"/>
          </p:nvPr>
        </p:nvSpPr>
        <p:spPr>
          <a:xfrm>
            <a:off x="719667" y="2275200"/>
            <a:ext cx="2015960" cy="649744"/>
          </a:xfrm>
        </p:spPr>
        <p:txBody>
          <a:bodyPr/>
          <a:lstStyle>
            <a:lvl1pPr marL="0" indent="0">
              <a:buFontTx/>
              <a:buNone/>
              <a:defRPr sz="1600" b="1">
                <a:solidFill>
                  <a:schemeClr val="bg1"/>
                </a:solidFill>
              </a:defRPr>
            </a:lvl1pPr>
          </a:lstStyle>
          <a:p>
            <a:pPr lvl="0"/>
            <a:endParaRPr lang="de-DE" dirty="0"/>
          </a:p>
        </p:txBody>
      </p:sp>
      <p:sp>
        <p:nvSpPr>
          <p:cNvPr id="21" name="Textplatzhalter 24"/>
          <p:cNvSpPr>
            <a:spLocks noGrp="1"/>
          </p:cNvSpPr>
          <p:nvPr>
            <p:ph type="body" sz="quarter" idx="18" hasCustomPrompt="1"/>
          </p:nvPr>
        </p:nvSpPr>
        <p:spPr>
          <a:xfrm>
            <a:off x="719668" y="2700000"/>
            <a:ext cx="2015960" cy="1161048"/>
          </a:xfrm>
        </p:spPr>
        <p:txBody>
          <a:bodyPr/>
          <a:lstStyle>
            <a:lvl1pPr marL="0" indent="0">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tabLst/>
              <a:defRPr/>
            </a:pPr>
            <a:r>
              <a:rPr lang="de-DE" dirty="0"/>
              <a:t>Text hinzufügen</a:t>
            </a:r>
          </a:p>
        </p:txBody>
      </p:sp>
      <p:sp>
        <p:nvSpPr>
          <p:cNvPr id="22" name="Textplatzhalter 18"/>
          <p:cNvSpPr>
            <a:spLocks noGrp="1"/>
          </p:cNvSpPr>
          <p:nvPr>
            <p:ph type="body" sz="quarter" idx="13"/>
          </p:nvPr>
        </p:nvSpPr>
        <p:spPr>
          <a:xfrm>
            <a:off x="3600000" y="2275200"/>
            <a:ext cx="2015960" cy="649744"/>
          </a:xfrm>
        </p:spPr>
        <p:txBody>
          <a:bodyPr/>
          <a:lstStyle>
            <a:lvl1pPr marL="0" indent="0">
              <a:buFontTx/>
              <a:buNone/>
              <a:defRPr sz="1600" b="1">
                <a:solidFill>
                  <a:schemeClr val="bg1"/>
                </a:solidFill>
              </a:defRPr>
            </a:lvl1pPr>
          </a:lstStyle>
          <a:p>
            <a:pPr lvl="0"/>
            <a:endParaRPr lang="de-DE" dirty="0"/>
          </a:p>
        </p:txBody>
      </p:sp>
      <p:sp>
        <p:nvSpPr>
          <p:cNvPr id="23" name="Textplatzhalter 24"/>
          <p:cNvSpPr>
            <a:spLocks noGrp="1"/>
          </p:cNvSpPr>
          <p:nvPr>
            <p:ph type="body" sz="quarter" idx="19" hasCustomPrompt="1"/>
          </p:nvPr>
        </p:nvSpPr>
        <p:spPr>
          <a:xfrm>
            <a:off x="3600000" y="2700000"/>
            <a:ext cx="2279760" cy="1161048"/>
          </a:xfrm>
        </p:spPr>
        <p:txBody>
          <a:bodyPr/>
          <a:lstStyle>
            <a:lvl1pPr marL="0" indent="0">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tabLst/>
              <a:defRPr/>
            </a:pPr>
            <a:r>
              <a:rPr lang="de-DE" dirty="0"/>
              <a:t>Text hinzufügen</a:t>
            </a:r>
          </a:p>
        </p:txBody>
      </p:sp>
      <p:sp>
        <p:nvSpPr>
          <p:cNvPr id="24" name="Textplatzhalter 18"/>
          <p:cNvSpPr>
            <a:spLocks noGrp="1"/>
          </p:cNvSpPr>
          <p:nvPr>
            <p:ph type="body" sz="quarter" idx="14"/>
          </p:nvPr>
        </p:nvSpPr>
        <p:spPr>
          <a:xfrm>
            <a:off x="6480000" y="2275200"/>
            <a:ext cx="2015960" cy="649744"/>
          </a:xfrm>
        </p:spPr>
        <p:txBody>
          <a:bodyPr/>
          <a:lstStyle>
            <a:lvl1pPr marL="0" indent="0">
              <a:buFontTx/>
              <a:buNone/>
              <a:defRPr sz="1600" b="1">
                <a:solidFill>
                  <a:schemeClr val="bg1"/>
                </a:solidFill>
              </a:defRPr>
            </a:lvl1pPr>
          </a:lstStyle>
          <a:p>
            <a:pPr lvl="0"/>
            <a:endParaRPr lang="de-DE" dirty="0"/>
          </a:p>
        </p:txBody>
      </p:sp>
      <p:sp>
        <p:nvSpPr>
          <p:cNvPr id="25" name="Textplatzhalter 24"/>
          <p:cNvSpPr>
            <a:spLocks noGrp="1"/>
          </p:cNvSpPr>
          <p:nvPr>
            <p:ph type="body" sz="quarter" idx="20" hasCustomPrompt="1"/>
          </p:nvPr>
        </p:nvSpPr>
        <p:spPr>
          <a:xfrm>
            <a:off x="6480000" y="2700000"/>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
        <p:nvSpPr>
          <p:cNvPr id="26" name="Textplatzhalter 18"/>
          <p:cNvSpPr>
            <a:spLocks noGrp="1"/>
          </p:cNvSpPr>
          <p:nvPr>
            <p:ph type="body" sz="quarter" idx="21"/>
          </p:nvPr>
        </p:nvSpPr>
        <p:spPr>
          <a:xfrm>
            <a:off x="9361124" y="2271781"/>
            <a:ext cx="2015960" cy="649744"/>
          </a:xfrm>
        </p:spPr>
        <p:txBody>
          <a:bodyPr/>
          <a:lstStyle>
            <a:lvl1pPr marL="0" indent="0">
              <a:buFontTx/>
              <a:buNone/>
              <a:defRPr sz="1600" b="1">
                <a:solidFill>
                  <a:schemeClr val="bg1"/>
                </a:solidFill>
              </a:defRPr>
            </a:lvl1pPr>
          </a:lstStyle>
          <a:p>
            <a:pPr lvl="0"/>
            <a:endParaRPr lang="de-DE" dirty="0"/>
          </a:p>
        </p:txBody>
      </p:sp>
      <p:sp>
        <p:nvSpPr>
          <p:cNvPr id="27" name="Textplatzhalter 24"/>
          <p:cNvSpPr>
            <a:spLocks noGrp="1"/>
          </p:cNvSpPr>
          <p:nvPr>
            <p:ph type="body" sz="quarter" idx="22" hasCustomPrompt="1"/>
          </p:nvPr>
        </p:nvSpPr>
        <p:spPr>
          <a:xfrm>
            <a:off x="9361124" y="2696581"/>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
        <p:nvSpPr>
          <p:cNvPr id="28" name="Textplatzhalter 18"/>
          <p:cNvSpPr>
            <a:spLocks noGrp="1"/>
          </p:cNvSpPr>
          <p:nvPr>
            <p:ph type="body" sz="quarter" idx="15"/>
          </p:nvPr>
        </p:nvSpPr>
        <p:spPr>
          <a:xfrm>
            <a:off x="720000" y="4435200"/>
            <a:ext cx="2015960" cy="649744"/>
          </a:xfrm>
        </p:spPr>
        <p:txBody>
          <a:bodyPr/>
          <a:lstStyle>
            <a:lvl1pPr marL="0" indent="0">
              <a:buFontTx/>
              <a:buNone/>
              <a:defRPr sz="1600" b="1">
                <a:solidFill>
                  <a:schemeClr val="bg1"/>
                </a:solidFill>
              </a:defRPr>
            </a:lvl1pPr>
          </a:lstStyle>
          <a:p>
            <a:pPr lvl="0"/>
            <a:endParaRPr lang="de-DE" dirty="0"/>
          </a:p>
        </p:txBody>
      </p:sp>
      <p:sp>
        <p:nvSpPr>
          <p:cNvPr id="29" name="Textplatzhalter 24"/>
          <p:cNvSpPr>
            <a:spLocks noGrp="1"/>
          </p:cNvSpPr>
          <p:nvPr>
            <p:ph type="body" sz="quarter" idx="23" hasCustomPrompt="1"/>
          </p:nvPr>
        </p:nvSpPr>
        <p:spPr>
          <a:xfrm>
            <a:off x="719667" y="4896000"/>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
        <p:nvSpPr>
          <p:cNvPr id="30" name="Textplatzhalter 18"/>
          <p:cNvSpPr>
            <a:spLocks noGrp="1"/>
          </p:cNvSpPr>
          <p:nvPr>
            <p:ph type="body" sz="quarter" idx="16"/>
          </p:nvPr>
        </p:nvSpPr>
        <p:spPr>
          <a:xfrm>
            <a:off x="3600000" y="4435200"/>
            <a:ext cx="2015960" cy="649744"/>
          </a:xfrm>
        </p:spPr>
        <p:txBody>
          <a:bodyPr/>
          <a:lstStyle>
            <a:lvl1pPr marL="0" indent="0">
              <a:buFontTx/>
              <a:buNone/>
              <a:defRPr sz="1600" b="1">
                <a:solidFill>
                  <a:schemeClr val="bg1"/>
                </a:solidFill>
              </a:defRPr>
            </a:lvl1pPr>
          </a:lstStyle>
          <a:p>
            <a:pPr lvl="0"/>
            <a:endParaRPr lang="de-DE" dirty="0"/>
          </a:p>
        </p:txBody>
      </p:sp>
      <p:sp>
        <p:nvSpPr>
          <p:cNvPr id="31" name="Textplatzhalter 24"/>
          <p:cNvSpPr>
            <a:spLocks noGrp="1"/>
          </p:cNvSpPr>
          <p:nvPr>
            <p:ph type="body" sz="quarter" idx="24" hasCustomPrompt="1"/>
          </p:nvPr>
        </p:nvSpPr>
        <p:spPr>
          <a:xfrm>
            <a:off x="3600000" y="4860000"/>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
        <p:nvSpPr>
          <p:cNvPr id="32" name="Textplatzhalter 18"/>
          <p:cNvSpPr>
            <a:spLocks noGrp="1"/>
          </p:cNvSpPr>
          <p:nvPr>
            <p:ph type="body" sz="quarter" idx="17"/>
          </p:nvPr>
        </p:nvSpPr>
        <p:spPr>
          <a:xfrm>
            <a:off x="6480000" y="4435200"/>
            <a:ext cx="2015960" cy="649744"/>
          </a:xfrm>
        </p:spPr>
        <p:txBody>
          <a:bodyPr/>
          <a:lstStyle>
            <a:lvl1pPr marL="0" indent="0">
              <a:buFontTx/>
              <a:buNone/>
              <a:defRPr sz="1600" b="1">
                <a:solidFill>
                  <a:schemeClr val="bg1"/>
                </a:solidFill>
              </a:defRPr>
            </a:lvl1pPr>
          </a:lstStyle>
          <a:p>
            <a:pPr lvl="0"/>
            <a:endParaRPr lang="de-DE" dirty="0"/>
          </a:p>
        </p:txBody>
      </p:sp>
      <p:sp>
        <p:nvSpPr>
          <p:cNvPr id="33" name="Textplatzhalter 24"/>
          <p:cNvSpPr>
            <a:spLocks noGrp="1"/>
          </p:cNvSpPr>
          <p:nvPr>
            <p:ph type="body" sz="quarter" idx="25" hasCustomPrompt="1"/>
          </p:nvPr>
        </p:nvSpPr>
        <p:spPr>
          <a:xfrm>
            <a:off x="6480000" y="4860000"/>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
        <p:nvSpPr>
          <p:cNvPr id="34" name="Textplatzhalter 18"/>
          <p:cNvSpPr>
            <a:spLocks noGrp="1"/>
          </p:cNvSpPr>
          <p:nvPr>
            <p:ph type="body" sz="quarter" idx="26"/>
          </p:nvPr>
        </p:nvSpPr>
        <p:spPr>
          <a:xfrm>
            <a:off x="9361124" y="4435200"/>
            <a:ext cx="2015960" cy="649744"/>
          </a:xfrm>
        </p:spPr>
        <p:txBody>
          <a:bodyPr/>
          <a:lstStyle>
            <a:lvl1pPr marL="0" indent="0">
              <a:buFontTx/>
              <a:buNone/>
              <a:defRPr sz="1600" b="1">
                <a:solidFill>
                  <a:schemeClr val="bg1"/>
                </a:solidFill>
              </a:defRPr>
            </a:lvl1pPr>
          </a:lstStyle>
          <a:p>
            <a:pPr lvl="0"/>
            <a:endParaRPr lang="de-DE" dirty="0"/>
          </a:p>
        </p:txBody>
      </p:sp>
      <p:sp>
        <p:nvSpPr>
          <p:cNvPr id="35" name="Textplatzhalter 24"/>
          <p:cNvSpPr>
            <a:spLocks noGrp="1"/>
          </p:cNvSpPr>
          <p:nvPr>
            <p:ph type="body" sz="quarter" idx="27" hasCustomPrompt="1"/>
          </p:nvPr>
        </p:nvSpPr>
        <p:spPr>
          <a:xfrm>
            <a:off x="9361124" y="4860000"/>
            <a:ext cx="2015960" cy="1161048"/>
          </a:xfrm>
        </p:spPr>
        <p:txBody>
          <a:bodyPr/>
          <a:lstStyle>
            <a:lvl1pPr marL="0" indent="0">
              <a:buFontTx/>
              <a:buNone/>
              <a:defRPr sz="1400" baseline="0">
                <a:solidFill>
                  <a:schemeClr val="bg1"/>
                </a:solidFill>
              </a:defRPr>
            </a:lvl1pPr>
          </a:lstStyle>
          <a:p>
            <a:pPr marL="266700" marR="0" lvl="0" indent="-266700" algn="l" defTabSz="914400" rtl="0" eaLnBrk="1" fontAlgn="base" latinLnBrk="0" hangingPunct="1">
              <a:lnSpc>
                <a:spcPct val="100000"/>
              </a:lnSpc>
              <a:spcBef>
                <a:spcPct val="20000"/>
              </a:spcBef>
              <a:spcAft>
                <a:spcPct val="0"/>
              </a:spcAft>
              <a:buClr>
                <a:srgbClr val="80BA24"/>
              </a:buClr>
              <a:buSzPct val="106000"/>
              <a:buFont typeface="Wingdings" charset="2"/>
              <a:buNone/>
              <a:tabLst/>
              <a:defRPr/>
            </a:pPr>
            <a:r>
              <a:rPr lang="de-DE" dirty="0"/>
              <a:t>Text hinzufügen</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432001" y="1080000"/>
            <a:ext cx="11323407" cy="576000"/>
          </a:xfrm>
        </p:spPr>
        <p:txBody>
          <a:bodyPr lIns="0"/>
          <a:lstStyle/>
          <a:p>
            <a:r>
              <a:rPr lang="de-DE"/>
              <a:t>Mastertitelformat bearbeiten</a:t>
            </a:r>
          </a:p>
        </p:txBody>
      </p:sp>
      <p:sp>
        <p:nvSpPr>
          <p:cNvPr id="3" name="Inhaltsplatzhalter 2"/>
          <p:cNvSpPr>
            <a:spLocks noGrp="1"/>
          </p:cNvSpPr>
          <p:nvPr>
            <p:ph sz="half" idx="1"/>
          </p:nvPr>
        </p:nvSpPr>
        <p:spPr>
          <a:xfrm>
            <a:off x="432000" y="1620000"/>
            <a:ext cx="5444144" cy="4617288"/>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p:cNvSpPr>
            <a:spLocks noGrp="1"/>
          </p:cNvSpPr>
          <p:nvPr>
            <p:ph sz="half" idx="2"/>
          </p:nvPr>
        </p:nvSpPr>
        <p:spPr>
          <a:xfrm>
            <a:off x="6255895" y="1620000"/>
            <a:ext cx="5408724" cy="4617288"/>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Foliennummernplatzhalter 5"/>
          <p:cNvSpPr>
            <a:spLocks noGrp="1"/>
          </p:cNvSpPr>
          <p:nvPr>
            <p:ph type="sldNum" sz="quarter" idx="10"/>
          </p:nvPr>
        </p:nvSpPr>
        <p:spPr/>
        <p:txBody>
          <a:bodyPr/>
          <a:lstStyle>
            <a:lvl1pPr>
              <a:defRPr/>
            </a:lvl1pPr>
          </a:lstStyle>
          <a:p>
            <a:pPr>
              <a:defRPr/>
            </a:pPr>
            <a:fld id="{E6315162-6469-F349-9026-AA5216DF4595}" type="slidenum">
              <a:rPr lang="de-DE" altLang="de-DE"/>
              <a:pPr>
                <a:defRPr/>
              </a:pPr>
              <a:t>‹Nr.›</a:t>
            </a:fld>
            <a:endParaRPr lang="de-DE" altLang="de-DE"/>
          </a:p>
        </p:txBody>
      </p:sp>
    </p:spTree>
    <p:extLst>
      <p:ext uri="{BB962C8B-B14F-4D97-AF65-F5344CB8AC3E}">
        <p14:creationId xmlns:p14="http://schemas.microsoft.com/office/powerpoint/2010/main" val="19121988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ufzählungsfeld+Bild">
    <p:spTree>
      <p:nvGrpSpPr>
        <p:cNvPr id="1" name=""/>
        <p:cNvGrpSpPr/>
        <p:nvPr/>
      </p:nvGrpSpPr>
      <p:grpSpPr>
        <a:xfrm>
          <a:off x="0" y="0"/>
          <a:ext cx="0" cy="0"/>
          <a:chOff x="0" y="0"/>
          <a:chExt cx="0" cy="0"/>
        </a:xfrm>
      </p:grpSpPr>
      <p:sp>
        <p:nvSpPr>
          <p:cNvPr id="5" name="Bildplatzhalter 4"/>
          <p:cNvSpPr>
            <a:spLocks noGrp="1"/>
          </p:cNvSpPr>
          <p:nvPr>
            <p:ph type="pic" sz="quarter" idx="11"/>
          </p:nvPr>
        </p:nvSpPr>
        <p:spPr>
          <a:xfrm>
            <a:off x="8132234" y="1620001"/>
            <a:ext cx="3526367" cy="4617288"/>
          </a:xfrm>
        </p:spPr>
        <p:txBody>
          <a:bodyPr/>
          <a:lstStyle>
            <a:lvl1pPr marL="0" indent="0">
              <a:buFontTx/>
              <a:buNone/>
              <a:defRPr/>
            </a:lvl1pPr>
          </a:lstStyle>
          <a:p>
            <a:endParaRPr lang="de-DE" dirty="0"/>
          </a:p>
        </p:txBody>
      </p:sp>
      <p:sp>
        <p:nvSpPr>
          <p:cNvPr id="3" name="Inhaltsplatzhalter 2"/>
          <p:cNvSpPr>
            <a:spLocks noGrp="1"/>
          </p:cNvSpPr>
          <p:nvPr>
            <p:ph idx="1"/>
          </p:nvPr>
        </p:nvSpPr>
        <p:spPr>
          <a:xfrm>
            <a:off x="432000" y="1620000"/>
            <a:ext cx="7512787" cy="4617288"/>
          </a:xfrm>
        </p:spPr>
        <p:txBody>
          <a:bodyPr lIns="0"/>
          <a:lstStyle>
            <a:lvl1pPr>
              <a:defRPr sz="1800">
                <a:solidFill>
                  <a:srgbClr val="4A5C66"/>
                </a:solidFill>
                <a:latin typeface="Arial" pitchFamily="34" charset="0"/>
                <a:cs typeface="Arial" pitchFamily="34" charset="0"/>
              </a:defRPr>
            </a:lvl1pPr>
            <a:lvl2pPr>
              <a:defRPr sz="1800">
                <a:solidFill>
                  <a:srgbClr val="4A5C66"/>
                </a:solidFill>
                <a:latin typeface="Arial" pitchFamily="34" charset="0"/>
                <a:cs typeface="Arial" pitchFamily="34" charset="0"/>
              </a:defRPr>
            </a:lvl2pPr>
            <a:lvl3pPr>
              <a:defRPr sz="1800">
                <a:solidFill>
                  <a:srgbClr val="4A5C66"/>
                </a:solidFill>
                <a:latin typeface="Arial" pitchFamily="34" charset="0"/>
                <a:cs typeface="Arial" pitchFamily="34" charset="0"/>
              </a:defRPr>
            </a:lvl3pPr>
            <a:lvl4pPr>
              <a:defRPr sz="1800">
                <a:solidFill>
                  <a:srgbClr val="4A5C66"/>
                </a:solidFill>
                <a:latin typeface="Arial" pitchFamily="34" charset="0"/>
                <a:cs typeface="Arial" pitchFamily="34" charset="0"/>
              </a:defRPr>
            </a:lvl4pPr>
            <a:lvl5pPr>
              <a:defRPr sz="1800">
                <a:solidFill>
                  <a:srgbClr val="4A5C66"/>
                </a:solidFill>
                <a:latin typeface="Arial" pitchFamily="34" charset="0"/>
                <a:cs typeface="Arial" pitchFamily="34" charset="0"/>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Titel 9"/>
          <p:cNvSpPr>
            <a:spLocks noGrp="1"/>
          </p:cNvSpPr>
          <p:nvPr>
            <p:ph type="title"/>
          </p:nvPr>
        </p:nvSpPr>
        <p:spPr>
          <a:xfrm>
            <a:off x="432000" y="1080000"/>
            <a:ext cx="11227200" cy="576000"/>
          </a:xfrm>
        </p:spPr>
        <p:txBody>
          <a:bodyPr lIns="0"/>
          <a:lstStyle>
            <a:lvl1pPr>
              <a:defRPr sz="2200"/>
            </a:lvl1pPr>
          </a:lstStyle>
          <a:p>
            <a:r>
              <a:rPr lang="de-DE" dirty="0"/>
              <a:t>Mastertitelformat bearbeiten</a:t>
            </a:r>
          </a:p>
        </p:txBody>
      </p:sp>
      <p:sp>
        <p:nvSpPr>
          <p:cNvPr id="4" name="Foliennummernplatzhalter 5"/>
          <p:cNvSpPr>
            <a:spLocks noGrp="1"/>
          </p:cNvSpPr>
          <p:nvPr>
            <p:ph type="sldNum" sz="quarter" idx="10"/>
          </p:nvPr>
        </p:nvSpPr>
        <p:spPr/>
        <p:txBody>
          <a:bodyPr/>
          <a:lstStyle>
            <a:lvl1pPr>
              <a:defRPr/>
            </a:lvl1pPr>
          </a:lstStyle>
          <a:p>
            <a:pPr>
              <a:defRPr/>
            </a:pPr>
            <a:fld id="{5D6CBC89-780D-6F43-A4AF-E4A7285D6779}" type="slidenum">
              <a:rPr lang="de-DE" altLang="de-DE"/>
              <a:pPr>
                <a:defRPr/>
              </a:pPr>
              <a:t>‹Nr.›</a:t>
            </a:fld>
            <a:endParaRPr lang="de-DE" altLang="de-DE"/>
          </a:p>
        </p:txBody>
      </p:sp>
    </p:spTree>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feld+Aufzählungsfeld+Bild">
    <p:spTree>
      <p:nvGrpSpPr>
        <p:cNvPr id="1" name=""/>
        <p:cNvGrpSpPr/>
        <p:nvPr/>
      </p:nvGrpSpPr>
      <p:grpSpPr>
        <a:xfrm>
          <a:off x="0" y="0"/>
          <a:ext cx="0" cy="0"/>
          <a:chOff x="0" y="0"/>
          <a:chExt cx="0" cy="0"/>
        </a:xfrm>
      </p:grpSpPr>
      <p:sp>
        <p:nvSpPr>
          <p:cNvPr id="5" name="Bildplatzhalter 4"/>
          <p:cNvSpPr>
            <a:spLocks noGrp="1"/>
          </p:cNvSpPr>
          <p:nvPr>
            <p:ph type="pic" sz="quarter" idx="11"/>
          </p:nvPr>
        </p:nvSpPr>
        <p:spPr>
          <a:xfrm>
            <a:off x="8132234" y="1620001"/>
            <a:ext cx="3526367" cy="4617288"/>
          </a:xfrm>
        </p:spPr>
        <p:txBody>
          <a:bodyPr/>
          <a:lstStyle>
            <a:lvl1pPr marL="0" indent="0">
              <a:buFontTx/>
              <a:buNone/>
              <a:defRPr/>
            </a:lvl1pPr>
          </a:lstStyle>
          <a:p>
            <a:endParaRPr lang="de-DE" dirty="0"/>
          </a:p>
        </p:txBody>
      </p:sp>
      <p:sp>
        <p:nvSpPr>
          <p:cNvPr id="3" name="Inhaltsplatzhalter 2"/>
          <p:cNvSpPr>
            <a:spLocks noGrp="1"/>
          </p:cNvSpPr>
          <p:nvPr>
            <p:ph idx="1"/>
          </p:nvPr>
        </p:nvSpPr>
        <p:spPr>
          <a:xfrm>
            <a:off x="432000" y="3060000"/>
            <a:ext cx="7512787" cy="3177288"/>
          </a:xfrm>
        </p:spPr>
        <p:txBody>
          <a:bodyPr lIns="0"/>
          <a:lstStyle>
            <a:lvl1pPr>
              <a:defRPr sz="1800">
                <a:solidFill>
                  <a:srgbClr val="4A5C66"/>
                </a:solidFill>
                <a:latin typeface="Arial" pitchFamily="34" charset="0"/>
                <a:cs typeface="Arial" pitchFamily="34" charset="0"/>
              </a:defRPr>
            </a:lvl1pPr>
            <a:lvl2pPr>
              <a:defRPr sz="1800">
                <a:solidFill>
                  <a:srgbClr val="4A5C66"/>
                </a:solidFill>
                <a:latin typeface="Arial" pitchFamily="34" charset="0"/>
                <a:cs typeface="Arial" pitchFamily="34" charset="0"/>
              </a:defRPr>
            </a:lvl2pPr>
            <a:lvl3pPr>
              <a:defRPr sz="1800">
                <a:solidFill>
                  <a:srgbClr val="4A5C66"/>
                </a:solidFill>
                <a:latin typeface="Arial" pitchFamily="34" charset="0"/>
                <a:cs typeface="Arial" pitchFamily="34" charset="0"/>
              </a:defRPr>
            </a:lvl3pPr>
            <a:lvl4pPr>
              <a:defRPr sz="1800">
                <a:solidFill>
                  <a:srgbClr val="4A5C66"/>
                </a:solidFill>
                <a:latin typeface="Arial" pitchFamily="34" charset="0"/>
                <a:cs typeface="Arial" pitchFamily="34" charset="0"/>
              </a:defRPr>
            </a:lvl4pPr>
            <a:lvl5pPr>
              <a:defRPr sz="1800">
                <a:solidFill>
                  <a:srgbClr val="4A5C66"/>
                </a:solidFill>
                <a:latin typeface="Arial" pitchFamily="34" charset="0"/>
                <a:cs typeface="Arial" pitchFamily="34" charset="0"/>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Titel 9"/>
          <p:cNvSpPr>
            <a:spLocks noGrp="1"/>
          </p:cNvSpPr>
          <p:nvPr>
            <p:ph type="title"/>
          </p:nvPr>
        </p:nvSpPr>
        <p:spPr>
          <a:xfrm>
            <a:off x="432000" y="1080000"/>
            <a:ext cx="11227200" cy="576000"/>
          </a:xfrm>
        </p:spPr>
        <p:txBody>
          <a:bodyPr lIns="0"/>
          <a:lstStyle>
            <a:lvl1pPr>
              <a:defRPr sz="2200"/>
            </a:lvl1pPr>
          </a:lstStyle>
          <a:p>
            <a:r>
              <a:rPr lang="de-DE" dirty="0"/>
              <a:t>Mastertitelformat bearbeiten</a:t>
            </a:r>
          </a:p>
        </p:txBody>
      </p:sp>
      <p:sp>
        <p:nvSpPr>
          <p:cNvPr id="4" name="Foliennummernplatzhalter 5"/>
          <p:cNvSpPr>
            <a:spLocks noGrp="1"/>
          </p:cNvSpPr>
          <p:nvPr>
            <p:ph type="sldNum" sz="quarter" idx="10"/>
          </p:nvPr>
        </p:nvSpPr>
        <p:spPr/>
        <p:txBody>
          <a:bodyPr/>
          <a:lstStyle>
            <a:lvl1pPr>
              <a:defRPr/>
            </a:lvl1pPr>
          </a:lstStyle>
          <a:p>
            <a:pPr>
              <a:defRPr/>
            </a:pPr>
            <a:fld id="{5D6CBC89-780D-6F43-A4AF-E4A7285D6779}" type="slidenum">
              <a:rPr lang="de-DE" altLang="de-DE"/>
              <a:pPr>
                <a:defRPr/>
              </a:pPr>
              <a:t>‹Nr.›</a:t>
            </a:fld>
            <a:endParaRPr lang="de-DE" altLang="de-DE"/>
          </a:p>
        </p:txBody>
      </p:sp>
      <p:sp>
        <p:nvSpPr>
          <p:cNvPr id="11" name="Textplatzhalter 10"/>
          <p:cNvSpPr>
            <a:spLocks noGrp="1"/>
          </p:cNvSpPr>
          <p:nvPr>
            <p:ph type="body" sz="quarter" idx="12"/>
          </p:nvPr>
        </p:nvSpPr>
        <p:spPr>
          <a:xfrm>
            <a:off x="431799" y="1620001"/>
            <a:ext cx="8352500" cy="1431925"/>
          </a:xfrm>
        </p:spPr>
        <p:txBody>
          <a:bodyPr/>
          <a:lstStyle>
            <a:lvl1pPr marL="0" indent="0">
              <a:buFontTx/>
              <a:buNone/>
              <a:defRPr/>
            </a:lvl1pPr>
            <a:lvl2pPr marL="266700" indent="0">
              <a:buNone/>
              <a:defRPr/>
            </a:lvl2pPr>
            <a:lvl3pPr marL="542925" indent="0">
              <a:buNone/>
              <a:defRPr/>
            </a:lvl3pPr>
            <a:lvl4pPr marL="809625" indent="0">
              <a:buNone/>
              <a:defRPr/>
            </a:lvl4pPr>
            <a:lvl5pPr marL="1076325" indent="0">
              <a:buNone/>
              <a:defRPr/>
            </a:lvl5pPr>
          </a:lstStyle>
          <a:p>
            <a:pPr lvl="0"/>
            <a:r>
              <a:rPr lang="de-DE" dirty="0"/>
              <a:t>Mastertextformat bearbeiten</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image" Target="../media/image1.png"/><Relationship Id="rId19" Type="http://schemas.openxmlformats.org/officeDocument/2006/relationships/image" Target="../media/image2.svg"/><Relationship Id="rId20"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elplatzhalter 1"/>
          <p:cNvSpPr>
            <a:spLocks noGrp="1"/>
          </p:cNvSpPr>
          <p:nvPr>
            <p:ph type="title"/>
          </p:nvPr>
        </p:nvSpPr>
        <p:spPr bwMode="auto">
          <a:xfrm>
            <a:off x="432001" y="1080000"/>
            <a:ext cx="11324167"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45720" rIns="0" bIns="45720" numCol="1" anchor="t" anchorCtr="0" compatLnSpc="1">
            <a:prstTxWarp prst="textNoShape">
              <a:avLst/>
            </a:prstTxWarp>
          </a:bodyPr>
          <a:lstStyle/>
          <a:p>
            <a:pPr lvl="0"/>
            <a:r>
              <a:rPr lang="de-DE" altLang="de-DE" dirty="0"/>
              <a:t>Titelmasterformat durch Klicken bearbeiten</a:t>
            </a:r>
          </a:p>
        </p:txBody>
      </p:sp>
      <p:sp>
        <p:nvSpPr>
          <p:cNvPr id="1027" name="Textplatzhalter 2"/>
          <p:cNvSpPr>
            <a:spLocks noGrp="1"/>
          </p:cNvSpPr>
          <p:nvPr>
            <p:ph type="body" idx="1"/>
          </p:nvPr>
        </p:nvSpPr>
        <p:spPr bwMode="auto">
          <a:xfrm>
            <a:off x="432000" y="1620001"/>
            <a:ext cx="1133051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45720" rIns="91440" bIns="45720" numCol="1" anchor="t" anchorCtr="0" compatLnSpc="1">
            <a:prstTxWarp prst="textNoShape">
              <a:avLst/>
            </a:prstTxWarp>
          </a:bodyPr>
          <a:lstStyle/>
          <a:p>
            <a:pPr lvl="0"/>
            <a:r>
              <a:rPr lang="de-DE" altLang="de-DE" dirty="0"/>
              <a:t>Textmasterformate durch Klicken bearbeiten</a:t>
            </a:r>
          </a:p>
          <a:p>
            <a:pPr lvl="1"/>
            <a:r>
              <a:rPr lang="de-DE" altLang="de-DE" dirty="0"/>
              <a:t>Zweite Ebene</a:t>
            </a:r>
          </a:p>
          <a:p>
            <a:pPr lvl="2"/>
            <a:r>
              <a:rPr lang="de-DE" altLang="de-DE" dirty="0"/>
              <a:t>Dritte Ebene</a:t>
            </a:r>
          </a:p>
          <a:p>
            <a:pPr lvl="3"/>
            <a:r>
              <a:rPr lang="de-DE" altLang="de-DE" dirty="0"/>
              <a:t>Vierte Ebene</a:t>
            </a:r>
          </a:p>
          <a:p>
            <a:pPr lvl="4"/>
            <a:r>
              <a:rPr lang="de-DE" altLang="de-DE" dirty="0"/>
              <a:t>Fünfte Ebene</a:t>
            </a:r>
          </a:p>
        </p:txBody>
      </p:sp>
      <p:sp>
        <p:nvSpPr>
          <p:cNvPr id="1028" name="Rectangle 5"/>
          <p:cNvSpPr>
            <a:spLocks noChangeArrowheads="1"/>
          </p:cNvSpPr>
          <p:nvPr userDrawn="1"/>
        </p:nvSpPr>
        <p:spPr bwMode="auto">
          <a:xfrm>
            <a:off x="1" y="6497638"/>
            <a:ext cx="12187767" cy="360362"/>
          </a:xfrm>
          <a:prstGeom prst="rect">
            <a:avLst/>
          </a:prstGeom>
          <a:solidFill>
            <a:srgbClr val="4A5C66"/>
          </a:solidFill>
          <a:ln>
            <a:noFill/>
          </a:ln>
        </p:spPr>
        <p:txBody>
          <a:bodyPr wrap="none" anchor="ctr"/>
          <a:lstStyle>
            <a:lvl1pPr>
              <a:defRPr sz="2400">
                <a:solidFill>
                  <a:schemeClr val="tx1"/>
                </a:solidFill>
                <a:latin typeface="Calibri" pitchFamily="34" charset="0"/>
                <a:ea typeface="MS PGothic" pitchFamily="34" charset="-128"/>
              </a:defRPr>
            </a:lvl1pPr>
            <a:lvl2pPr marL="742950" indent="-285750">
              <a:defRPr sz="2400">
                <a:solidFill>
                  <a:schemeClr val="tx1"/>
                </a:solidFill>
                <a:latin typeface="Calibri" pitchFamily="34" charset="0"/>
                <a:ea typeface="MS PGothic" pitchFamily="34" charset="-128"/>
              </a:defRPr>
            </a:lvl2pPr>
            <a:lvl3pPr marL="1143000" indent="-228600">
              <a:defRPr sz="2400">
                <a:solidFill>
                  <a:schemeClr val="tx1"/>
                </a:solidFill>
                <a:latin typeface="Calibri" pitchFamily="34" charset="0"/>
                <a:ea typeface="MS PGothic" pitchFamily="34" charset="-128"/>
              </a:defRPr>
            </a:lvl3pPr>
            <a:lvl4pPr marL="1600200" indent="-228600">
              <a:defRPr sz="2400">
                <a:solidFill>
                  <a:schemeClr val="tx1"/>
                </a:solidFill>
                <a:latin typeface="Calibri" pitchFamily="34" charset="0"/>
                <a:ea typeface="MS PGothic" pitchFamily="34" charset="-128"/>
              </a:defRPr>
            </a:lvl4pPr>
            <a:lvl5pPr marL="2057400" indent="-228600">
              <a:defRPr sz="2400">
                <a:solidFill>
                  <a:schemeClr val="tx1"/>
                </a:solidFill>
                <a:latin typeface="Calibri"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Calibri"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Calibri"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Calibri"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Calibri" pitchFamily="34" charset="0"/>
                <a:ea typeface="MS PGothic" pitchFamily="34" charset="-128"/>
              </a:defRPr>
            </a:lvl9pPr>
          </a:lstStyle>
          <a:p>
            <a:pPr eaLnBrk="1" hangingPunct="1">
              <a:defRPr/>
            </a:pPr>
            <a:endParaRPr lang="de-DE" altLang="de-DE" sz="1800">
              <a:cs typeface="Arial" pitchFamily="34" charset="0"/>
            </a:endParaRPr>
          </a:p>
        </p:txBody>
      </p:sp>
      <p:sp>
        <p:nvSpPr>
          <p:cNvPr id="6" name="Foliennummernplatzhalter 5"/>
          <p:cNvSpPr>
            <a:spLocks noGrp="1"/>
          </p:cNvSpPr>
          <p:nvPr>
            <p:ph type="sldNum" sz="quarter" idx="4"/>
          </p:nvPr>
        </p:nvSpPr>
        <p:spPr>
          <a:xfrm>
            <a:off x="11184467" y="6546850"/>
            <a:ext cx="637117" cy="26670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100">
                <a:solidFill>
                  <a:schemeClr val="bg1"/>
                </a:solidFill>
                <a:latin typeface="Arial" charset="0"/>
              </a:defRPr>
            </a:lvl1pPr>
          </a:lstStyle>
          <a:p>
            <a:pPr>
              <a:defRPr/>
            </a:pPr>
            <a:fld id="{2866142A-AFED-1443-8B06-6463BAB2C889}" type="slidenum">
              <a:rPr lang="de-DE" altLang="de-DE"/>
              <a:pPr>
                <a:defRPr/>
              </a:pPr>
              <a:t>‹Nr.›</a:t>
            </a:fld>
            <a:endParaRPr lang="de-DE" altLang="de-DE"/>
          </a:p>
        </p:txBody>
      </p:sp>
      <p:sp>
        <p:nvSpPr>
          <p:cNvPr id="1032" name="Textfeld 2"/>
          <p:cNvSpPr txBox="1">
            <a:spLocks noChangeArrowheads="1"/>
          </p:cNvSpPr>
          <p:nvPr userDrawn="1"/>
        </p:nvSpPr>
        <p:spPr bwMode="auto">
          <a:xfrm>
            <a:off x="7727951" y="6548438"/>
            <a:ext cx="2882900" cy="266700"/>
          </a:xfrm>
          <a:prstGeom prst="rect">
            <a:avLst/>
          </a:prstGeom>
          <a:noFill/>
          <a:ln>
            <a:noFill/>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de-DE" sz="1100">
                <a:solidFill>
                  <a:schemeClr val="bg1"/>
                </a:solidFill>
                <a:latin typeface="Arial" charset="0"/>
                <a:ea typeface="+mn-ea"/>
              </a:rPr>
              <a:t>Aly Elbermawy</a:t>
            </a:r>
            <a:endParaRPr lang="de-DE" sz="1100" dirty="0">
              <a:solidFill>
                <a:schemeClr val="bg1"/>
              </a:solidFill>
              <a:latin typeface="Arial" charset="0"/>
              <a:ea typeface="+mn-ea"/>
            </a:endParaRPr>
          </a:p>
        </p:txBody>
      </p:sp>
      <p:sp>
        <p:nvSpPr>
          <p:cNvPr id="1033" name="Textfeld 3"/>
          <p:cNvSpPr txBox="1">
            <a:spLocks noChangeArrowheads="1"/>
          </p:cNvSpPr>
          <p:nvPr userDrawn="1"/>
        </p:nvSpPr>
        <p:spPr bwMode="auto">
          <a:xfrm>
            <a:off x="10608734" y="6548438"/>
            <a:ext cx="768351" cy="266700"/>
          </a:xfrm>
          <a:prstGeom prst="rect">
            <a:avLst/>
          </a:prstGeom>
          <a:noFill/>
          <a:ln>
            <a:noFill/>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de-DE" sz="1100">
                <a:solidFill>
                  <a:schemeClr val="bg1"/>
                </a:solidFill>
                <a:latin typeface="Arial" charset="0"/>
                <a:ea typeface="+mn-ea"/>
              </a:rPr>
              <a:t>Seite</a:t>
            </a:r>
          </a:p>
        </p:txBody>
      </p:sp>
      <p:pic>
        <p:nvPicPr>
          <p:cNvPr id="12" name="Picture 2">
            <a:extLst>
              <a:ext uri="{FF2B5EF4-FFF2-40B4-BE49-F238E27FC236}">
                <a16:creationId xmlns:a16="http://schemas.microsoft.com/office/drawing/2014/main" id="{4D50FC33-BA03-D341-83A0-35E637362E22}"/>
              </a:ext>
            </a:extLst>
          </p:cNvPr>
          <p:cNvPicPr>
            <a:picLocks noChangeAspect="1" noChangeArrowheads="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a:stretch/>
        </p:blipFill>
        <p:spPr bwMode="auto">
          <a:xfrm>
            <a:off x="442800" y="360000"/>
            <a:ext cx="4260555" cy="54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4" name="Grafik 3">
            <a:extLst>
              <a:ext uri="{FF2B5EF4-FFF2-40B4-BE49-F238E27FC236}">
                <a16:creationId xmlns:a16="http://schemas.microsoft.com/office/drawing/2014/main" id="{C572C864-C096-EE45-8500-19995A117EE6}"/>
              </a:ext>
            </a:extLst>
          </p:cNvPr>
          <p:cNvPicPr>
            <a:picLocks noChangeAspect="1"/>
          </p:cNvPicPr>
          <p:nvPr userDrawn="1"/>
        </p:nvPicPr>
        <p:blipFill>
          <a:blip r:embed="rId20"/>
          <a:stretch>
            <a:fillRect/>
          </a:stretch>
        </p:blipFill>
        <p:spPr>
          <a:xfrm>
            <a:off x="432000" y="6625975"/>
            <a:ext cx="1976118" cy="104006"/>
          </a:xfrm>
          <a:prstGeom prst="rect">
            <a:avLst/>
          </a:prstGeom>
        </p:spPr>
      </p:pic>
    </p:spTree>
  </p:cSld>
  <p:clrMap bg1="lt1" tx1="dk1" bg2="lt2" tx2="dk2" accent1="accent1" accent2="accent2" accent3="accent3" accent4="accent4" accent5="accent5" accent6="accent6" hlink="hlink" folHlink="folHlink"/>
  <p:sldLayoutIdLst>
    <p:sldLayoutId id="2147484414" r:id="rId1"/>
    <p:sldLayoutId id="2147484427" r:id="rId2"/>
    <p:sldLayoutId id="2147484413" r:id="rId3"/>
    <p:sldLayoutId id="2147484415" r:id="rId4"/>
    <p:sldLayoutId id="2147484405" r:id="rId5"/>
    <p:sldLayoutId id="2147484426" r:id="rId6"/>
    <p:sldLayoutId id="2147484423" r:id="rId7"/>
    <p:sldLayoutId id="2147484420" r:id="rId8"/>
    <p:sldLayoutId id="2147484421" r:id="rId9"/>
    <p:sldLayoutId id="2147484406" r:id="rId10"/>
    <p:sldLayoutId id="2147484416" r:id="rId11"/>
    <p:sldLayoutId id="2147484417" r:id="rId12"/>
    <p:sldLayoutId id="2147484424" r:id="rId13"/>
    <p:sldLayoutId id="2147484407" r:id="rId14"/>
    <p:sldLayoutId id="2147484425" r:id="rId15"/>
    <p:sldLayoutId id="2147484422" r:id="rId16"/>
  </p:sldLayoutIdLst>
  <p:hf hdr="0" ftr="0" dt="0"/>
  <p:txStyles>
    <p:titleStyle>
      <a:lvl1pPr algn="l" rtl="0" eaLnBrk="1" fontAlgn="base" hangingPunct="1">
        <a:spcBef>
          <a:spcPct val="0"/>
        </a:spcBef>
        <a:spcAft>
          <a:spcPct val="0"/>
        </a:spcAft>
        <a:defRPr sz="2200" b="1" kern="1200">
          <a:solidFill>
            <a:srgbClr val="4A5C66"/>
          </a:solidFill>
          <a:latin typeface="Arial" pitchFamily="34" charset="0"/>
          <a:ea typeface="MS PGothic" pitchFamily="34" charset="-128"/>
          <a:cs typeface="Arial" pitchFamily="34" charset="0"/>
        </a:defRPr>
      </a:lvl1pPr>
      <a:lvl2pPr algn="l" rtl="0" eaLnBrk="1" fontAlgn="base" hangingPunct="1">
        <a:spcBef>
          <a:spcPct val="0"/>
        </a:spcBef>
        <a:spcAft>
          <a:spcPct val="0"/>
        </a:spcAft>
        <a:defRPr sz="2400" b="1">
          <a:solidFill>
            <a:srgbClr val="4A5C66"/>
          </a:solidFill>
          <a:latin typeface="Arial" charset="0"/>
          <a:ea typeface="MS PGothic" pitchFamily="34" charset="-128"/>
          <a:cs typeface="Arial" charset="0"/>
        </a:defRPr>
      </a:lvl2pPr>
      <a:lvl3pPr algn="l" rtl="0" eaLnBrk="1" fontAlgn="base" hangingPunct="1">
        <a:spcBef>
          <a:spcPct val="0"/>
        </a:spcBef>
        <a:spcAft>
          <a:spcPct val="0"/>
        </a:spcAft>
        <a:defRPr sz="2400" b="1">
          <a:solidFill>
            <a:srgbClr val="4A5C66"/>
          </a:solidFill>
          <a:latin typeface="Arial" charset="0"/>
          <a:ea typeface="MS PGothic" pitchFamily="34" charset="-128"/>
          <a:cs typeface="Arial" charset="0"/>
        </a:defRPr>
      </a:lvl3pPr>
      <a:lvl4pPr algn="l" rtl="0" eaLnBrk="1" fontAlgn="base" hangingPunct="1">
        <a:spcBef>
          <a:spcPct val="0"/>
        </a:spcBef>
        <a:spcAft>
          <a:spcPct val="0"/>
        </a:spcAft>
        <a:defRPr sz="2400" b="1">
          <a:solidFill>
            <a:srgbClr val="4A5C66"/>
          </a:solidFill>
          <a:latin typeface="Arial" charset="0"/>
          <a:ea typeface="MS PGothic" pitchFamily="34" charset="-128"/>
          <a:cs typeface="Arial" charset="0"/>
        </a:defRPr>
      </a:lvl4pPr>
      <a:lvl5pPr algn="l" rtl="0" eaLnBrk="1" fontAlgn="base" hangingPunct="1">
        <a:spcBef>
          <a:spcPct val="0"/>
        </a:spcBef>
        <a:spcAft>
          <a:spcPct val="0"/>
        </a:spcAft>
        <a:defRPr sz="2400" b="1">
          <a:solidFill>
            <a:srgbClr val="4A5C66"/>
          </a:solidFill>
          <a:latin typeface="Arial" charset="0"/>
          <a:ea typeface="MS PGothic" pitchFamily="34" charset="-128"/>
          <a:cs typeface="Arial"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285750" indent="-285750" algn="l" rtl="0" eaLnBrk="1" fontAlgn="base" hangingPunct="1">
        <a:spcBef>
          <a:spcPct val="20000"/>
        </a:spcBef>
        <a:spcAft>
          <a:spcPct val="0"/>
        </a:spcAft>
        <a:buClr>
          <a:srgbClr val="80BA24"/>
        </a:buClr>
        <a:buSzPct val="106000"/>
        <a:buFont typeface="Wingdings" pitchFamily="2" charset="2"/>
        <a:buChar char="§"/>
        <a:defRPr kern="1200">
          <a:solidFill>
            <a:srgbClr val="4A5C66"/>
          </a:solidFill>
          <a:latin typeface="Arial" pitchFamily="34" charset="0"/>
          <a:ea typeface="MS PGothic" pitchFamily="34" charset="-128"/>
          <a:cs typeface="Arial" pitchFamily="34" charset="0"/>
        </a:defRPr>
      </a:lvl1pPr>
      <a:lvl2pPr marL="552450" indent="-285750" algn="l" rtl="0" eaLnBrk="1" fontAlgn="base" hangingPunct="1">
        <a:spcBef>
          <a:spcPct val="20000"/>
        </a:spcBef>
        <a:spcAft>
          <a:spcPct val="0"/>
        </a:spcAft>
        <a:buClr>
          <a:srgbClr val="80BA24"/>
        </a:buClr>
        <a:buSzPct val="90000"/>
        <a:buFont typeface="Wingdings" pitchFamily="2" charset="2"/>
        <a:buChar char="§"/>
        <a:defRPr kern="1200">
          <a:solidFill>
            <a:srgbClr val="4A5C66"/>
          </a:solidFill>
          <a:latin typeface="Arial" pitchFamily="34" charset="0"/>
          <a:ea typeface="Arial" charset="0"/>
          <a:cs typeface="Arial" pitchFamily="34" charset="0"/>
        </a:defRPr>
      </a:lvl2pPr>
      <a:lvl3pPr marL="828675" indent="-285750" algn="l" rtl="0" eaLnBrk="1" fontAlgn="base" hangingPunct="1">
        <a:spcBef>
          <a:spcPct val="20000"/>
        </a:spcBef>
        <a:spcAft>
          <a:spcPct val="0"/>
        </a:spcAft>
        <a:buClr>
          <a:srgbClr val="80BA24"/>
        </a:buClr>
        <a:buSzPct val="80000"/>
        <a:buFont typeface="Wingdings" pitchFamily="2" charset="2"/>
        <a:buChar char="§"/>
        <a:defRPr kern="1200">
          <a:solidFill>
            <a:srgbClr val="4A5C66"/>
          </a:solidFill>
          <a:latin typeface="Arial" pitchFamily="34" charset="0"/>
          <a:ea typeface="Arial" charset="0"/>
          <a:cs typeface="Arial" pitchFamily="34" charset="0"/>
        </a:defRPr>
      </a:lvl3pPr>
      <a:lvl4pPr marL="1095375" indent="-285750" algn="l" rtl="0" eaLnBrk="1" fontAlgn="base" hangingPunct="1">
        <a:spcBef>
          <a:spcPct val="20000"/>
        </a:spcBef>
        <a:spcAft>
          <a:spcPct val="0"/>
        </a:spcAft>
        <a:buClr>
          <a:srgbClr val="80BA24"/>
        </a:buClr>
        <a:buSzPct val="80000"/>
        <a:buFont typeface="Wingdings" pitchFamily="2" charset="2"/>
        <a:buChar char="§"/>
        <a:defRPr kern="1200">
          <a:solidFill>
            <a:srgbClr val="4A5C66"/>
          </a:solidFill>
          <a:latin typeface="Arial" pitchFamily="34" charset="0"/>
          <a:ea typeface="Arial" charset="0"/>
          <a:cs typeface="Arial" pitchFamily="34" charset="0"/>
        </a:defRPr>
      </a:lvl4pPr>
      <a:lvl5pPr marL="1362075" indent="-285750" algn="l" rtl="0" eaLnBrk="1" fontAlgn="base" hangingPunct="1">
        <a:spcBef>
          <a:spcPct val="20000"/>
        </a:spcBef>
        <a:spcAft>
          <a:spcPct val="0"/>
        </a:spcAft>
        <a:buClr>
          <a:srgbClr val="80BA24"/>
        </a:buClr>
        <a:buSzPct val="80000"/>
        <a:buFont typeface="Wingdings" pitchFamily="2" charset="2"/>
        <a:buChar char="§"/>
        <a:defRPr kern="1200">
          <a:solidFill>
            <a:srgbClr val="4A5C66"/>
          </a:solidFill>
          <a:latin typeface="Arial" pitchFamily="34" charset="0"/>
          <a:ea typeface="Arial"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2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7.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jp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spcAft>
                <a:spcPts val="600"/>
              </a:spcAft>
            </a:pPr>
            <a:r>
              <a:rPr sz="1800" b="1">
                <a:solidFill>
                  <a:srgbClr val="263238"/>
                </a:solidFill>
              </a:rPr>
              <a:t>Sturzerkennung mit TinyML in einer sensorischen Einlegesohle</a:t>
            </a:r>
          </a:p>
          <a:p>
            <a:pPr>
              <a:spcAft>
                <a:spcPts val="200"/>
              </a:spcAft>
            </a:pPr>
            <a:r>
              <a:rPr sz="1200" b="0">
                <a:solidFill>
                  <a:srgbClr val="4A5C66"/>
                </a:solidFill>
              </a:rPr>
              <a:t>Studienprojekt 2 · Mechatronik (M.Sc.)</a:t>
            </a:r>
          </a:p>
          <a:p>
            <a:pPr>
              <a:spcAft>
                <a:spcPts val="200"/>
              </a:spcAft>
            </a:pPr>
            <a:r>
              <a:rPr sz="1200" b="1">
                <a:solidFill>
                  <a:srgbClr val="263238"/>
                </a:solidFill>
              </a:rPr>
              <a:t>Aly Elbermawy</a:t>
            </a:r>
          </a:p>
          <a:p>
            <a:pPr>
              <a:spcAft>
                <a:spcPts val="200"/>
              </a:spcAft>
            </a:pPr>
            <a:r>
              <a:rPr sz="1100" b="0">
                <a:solidFill>
                  <a:srgbClr val="4A5C66"/>
                </a:solidFill>
              </a:rPr>
              <a:t>Betreuer: Prof. Dr. Sergej Kovalev</a:t>
            </a:r>
          </a:p>
          <a:p>
            <a:pPr>
              <a:spcAft>
                <a:spcPts val="200"/>
              </a:spcAft>
            </a:pPr>
            <a:r>
              <a:rPr sz="1100" b="0">
                <a:solidFill>
                  <a:srgbClr val="4A5C66"/>
                </a:solidFill>
              </a:rPr>
              <a:t>Partner: NEARBY (vormals Clever-Sole / TrackTech GmbH)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Sturz soll direkt in der Sohle erkannt werden</a:t>
            </a:r>
          </a:p>
        </p:txBody>
      </p:sp>
      <p:sp>
        <p:nvSpPr>
          <p:cNvPr id="4" name="TextBox 3"/>
          <p:cNvSpPr txBox="1"/>
          <p:nvPr/>
        </p:nvSpPr>
        <p:spPr>
          <a:xfrm>
            <a:off x="429768" y="1783080"/>
            <a:ext cx="6583680" cy="4206240"/>
          </a:xfrm>
          <a:prstGeom prst="rect">
            <a:avLst/>
          </a:prstGeom>
          <a:noFill/>
        </p:spPr>
        <p:txBody>
          <a:bodyPr wrap="square" lIns="0" rIns="0" tIns="0" bIns="0" anchor="t">
            <a:spAutoFit/>
          </a:bodyPr>
          <a:lstStyle/>
          <a:p>
            <a:pPr algn="l">
              <a:spcAft>
                <a:spcPts val="1400"/>
              </a:spcAft>
            </a:pPr>
            <a:r>
              <a:rPr sz="1800" b="0" i="0">
                <a:solidFill>
                  <a:srgbClr val="263238"/>
                </a:solidFill>
              </a:rPr>
              <a:t>Nach einem Sturz zählt vor allem, wie lange jemand unbemerkt liegen bleibt. Gerade bei älteren oder dementen Menschen hilft kein Notrufknopf, den man selbst drücken muss.</a:t>
            </a:r>
          </a:p>
          <a:p>
            <a:pPr algn="l">
              <a:spcAft>
                <a:spcPts val="1400"/>
              </a:spcAft>
            </a:pPr>
            <a:r>
              <a:rPr sz="1800" b="0" i="0">
                <a:solidFill>
                  <a:srgbClr val="263238"/>
                </a:solidFill>
              </a:rPr>
              <a:t>Die Idee: Die Sohle erkennt den Sturz selbst – mit einem Bewegungssensor und einem kleinen neuronalen Netz auf dem Mikrocontroller, ohne Smartphone und ohne Cloud.</a:t>
            </a:r>
          </a:p>
          <a:p>
            <a:pPr algn="l">
              <a:spcAft>
                <a:spcPts val="1400"/>
              </a:spcAft>
            </a:pPr>
            <a:r>
              <a:rPr sz="1800" b="1" i="0">
                <a:solidFill>
                  <a:srgbClr val="263238"/>
                </a:solidFill>
              </a:rPr>
              <a:t>Meine Leitfrage: </a:t>
            </a:r>
            <a:r>
              <a:rPr sz="1800" b="0" i="0">
                <a:solidFill>
                  <a:srgbClr val="263238"/>
                </a:solidFill>
              </a:rPr>
              <a:t>Lässt sich ein Modell, das an der Hüfte gelernt hat, auf den Fuß übertragen – und was braucht es dafür?</a:t>
            </a:r>
          </a:p>
        </p:txBody>
      </p:sp>
      <p:pic>
        <p:nvPicPr>
          <p:cNvPr id="5" name="Picture 4" descr="foto_platine.jpg"/>
          <p:cNvPicPr>
            <a:picLocks noChangeAspect="1"/>
          </p:cNvPicPr>
          <p:nvPr/>
        </p:nvPicPr>
        <p:blipFill>
          <a:blip r:embed="rId2"/>
          <a:stretch>
            <a:fillRect/>
          </a:stretch>
        </p:blipFill>
        <p:spPr>
          <a:xfrm>
            <a:off x="7498079" y="1783080"/>
            <a:ext cx="4160520" cy="3149514"/>
          </a:xfrm>
          <a:prstGeom prst="rect">
            <a:avLst/>
          </a:prstGeom>
        </p:spPr>
      </p:pic>
      <p:sp>
        <p:nvSpPr>
          <p:cNvPr id="6" name="TextBox 5"/>
          <p:cNvSpPr txBox="1"/>
          <p:nvPr/>
        </p:nvSpPr>
        <p:spPr>
          <a:xfrm>
            <a:off x="7498079" y="5029200"/>
            <a:ext cx="4160520" cy="320040"/>
          </a:xfrm>
          <a:prstGeom prst="rect">
            <a:avLst/>
          </a:prstGeom>
          <a:noFill/>
        </p:spPr>
        <p:txBody>
          <a:bodyPr wrap="square" lIns="0" rIns="0" tIns="0" bIns="0" anchor="t">
            <a:spAutoFit/>
          </a:bodyPr>
          <a:lstStyle/>
          <a:p>
            <a:pPr algn="l">
              <a:spcAft>
                <a:spcPts val="800"/>
              </a:spcAft>
            </a:pPr>
            <a:r>
              <a:rPr sz="1200" b="0" i="0">
                <a:solidFill>
                  <a:srgbClr val="4A5C66"/>
                </a:solidFill>
              </a:rPr>
              <a:t>Prototyp: XIAO ESP32-C6, IMU-Modul, Akku</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bin ich vorgegangen</a:t>
            </a:r>
          </a:p>
        </p:txBody>
      </p:sp>
      <p:cxnSp>
        <p:nvCxnSpPr>
          <p:cNvPr id="4" name="Connector 3"/>
          <p:cNvCxnSpPr/>
          <p:nvPr/>
        </p:nvCxnSpPr>
        <p:spPr>
          <a:xfrm>
            <a:off x="1600200" y="2880360"/>
            <a:ext cx="8961120" cy="0"/>
          </a:xfrm>
          <a:prstGeom prst="line">
            <a:avLst/>
          </a:prstGeom>
          <a:ln w="31750">
            <a:solidFill>
              <a:srgbClr val="A9B4BA"/>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44752" y="2724912"/>
            <a:ext cx="310896" cy="310896"/>
          </a:xfrm>
          <a:prstGeom prst="ellipse">
            <a:avLst/>
          </a:prstGeom>
          <a:solidFill>
            <a:srgbClr val="FFFFFF"/>
          </a:solidFill>
          <a:ln w="15875">
            <a:solidFill>
              <a:srgbClr val="80BA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03120"/>
            <a:ext cx="2194560" cy="365760"/>
          </a:xfrm>
          <a:prstGeom prst="rect">
            <a:avLst/>
          </a:prstGeom>
          <a:noFill/>
        </p:spPr>
        <p:txBody>
          <a:bodyPr wrap="square" lIns="0" rIns="0" tIns="0" bIns="0" anchor="t">
            <a:spAutoFit/>
          </a:bodyPr>
          <a:lstStyle/>
          <a:p>
            <a:pPr algn="ctr">
              <a:spcAft>
                <a:spcPts val="800"/>
              </a:spcAft>
            </a:pPr>
            <a:r>
              <a:rPr sz="1700" b="1" i="0">
                <a:solidFill>
                  <a:srgbClr val="263238"/>
                </a:solidFill>
              </a:rPr>
              <a:t>Rumpf</a:t>
            </a:r>
          </a:p>
        </p:txBody>
      </p:sp>
      <p:sp>
        <p:nvSpPr>
          <p:cNvPr id="7" name="TextBox 6"/>
          <p:cNvSpPr txBox="1"/>
          <p:nvPr/>
        </p:nvSpPr>
        <p:spPr>
          <a:xfrm>
            <a:off x="502920" y="3200400"/>
            <a:ext cx="2194560" cy="822960"/>
          </a:xfrm>
          <a:prstGeom prst="rect">
            <a:avLst/>
          </a:prstGeom>
          <a:noFill/>
        </p:spPr>
        <p:txBody>
          <a:bodyPr wrap="square" lIns="0" rIns="0" tIns="0" bIns="0" anchor="t">
            <a:spAutoFit/>
          </a:bodyPr>
          <a:lstStyle/>
          <a:p>
            <a:pPr algn="ctr">
              <a:spcAft>
                <a:spcPts val="0"/>
              </a:spcAft>
            </a:pPr>
            <a:r>
              <a:rPr sz="1400" b="0" i="0">
                <a:solidFill>
                  <a:srgbClr val="4A5C66"/>
                </a:solidFill>
              </a:rPr>
              <a:t>Modell an der Hüfte</a:t>
            </a:r>
          </a:p>
          <a:p>
            <a:pPr algn="ctr">
              <a:spcAft>
                <a:spcPts val="0"/>
              </a:spcAft>
            </a:pPr>
            <a:r>
              <a:rPr sz="1400" b="0" i="0">
                <a:solidFill>
                  <a:srgbClr val="4A5C66"/>
                </a:solidFill>
              </a:rPr>
              <a:t>lernen (SisFall)</a:t>
            </a:r>
          </a:p>
        </p:txBody>
      </p:sp>
      <p:sp>
        <p:nvSpPr>
          <p:cNvPr id="8" name="Oval 7"/>
          <p:cNvSpPr/>
          <p:nvPr/>
        </p:nvSpPr>
        <p:spPr>
          <a:xfrm>
            <a:off x="3685032" y="2724912"/>
            <a:ext cx="310896" cy="310896"/>
          </a:xfrm>
          <a:prstGeom prst="ellipse">
            <a:avLst/>
          </a:prstGeom>
          <a:solidFill>
            <a:srgbClr val="FFFFFF"/>
          </a:solidFill>
          <a:ln w="15875">
            <a:solidFill>
              <a:srgbClr val="80BA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0" y="2103120"/>
            <a:ext cx="2194560" cy="365760"/>
          </a:xfrm>
          <a:prstGeom prst="rect">
            <a:avLst/>
          </a:prstGeom>
          <a:noFill/>
        </p:spPr>
        <p:txBody>
          <a:bodyPr wrap="square" lIns="0" rIns="0" tIns="0" bIns="0" anchor="t">
            <a:spAutoFit/>
          </a:bodyPr>
          <a:lstStyle/>
          <a:p>
            <a:pPr algn="ctr">
              <a:spcAft>
                <a:spcPts val="800"/>
              </a:spcAft>
            </a:pPr>
            <a:r>
              <a:rPr sz="1700" b="1" i="0">
                <a:solidFill>
                  <a:srgbClr val="263238"/>
                </a:solidFill>
              </a:rPr>
              <a:t>Transfer</a:t>
            </a:r>
          </a:p>
        </p:txBody>
      </p:sp>
      <p:sp>
        <p:nvSpPr>
          <p:cNvPr id="10" name="TextBox 9"/>
          <p:cNvSpPr txBox="1"/>
          <p:nvPr/>
        </p:nvSpPr>
        <p:spPr>
          <a:xfrm>
            <a:off x="2743200" y="3200400"/>
            <a:ext cx="2194560" cy="822960"/>
          </a:xfrm>
          <a:prstGeom prst="rect">
            <a:avLst/>
          </a:prstGeom>
          <a:noFill/>
        </p:spPr>
        <p:txBody>
          <a:bodyPr wrap="square" lIns="0" rIns="0" tIns="0" bIns="0" anchor="t">
            <a:spAutoFit/>
          </a:bodyPr>
          <a:lstStyle/>
          <a:p>
            <a:pPr algn="ctr">
              <a:spcAft>
                <a:spcPts val="0"/>
              </a:spcAft>
            </a:pPr>
            <a:r>
              <a:rPr sz="1400" b="0" i="0">
                <a:solidFill>
                  <a:srgbClr val="4A5C66"/>
                </a:solidFill>
              </a:rPr>
              <a:t>auf andere Datensätze</a:t>
            </a:r>
          </a:p>
          <a:p>
            <a:pPr algn="ctr">
              <a:spcAft>
                <a:spcPts val="0"/>
              </a:spcAft>
            </a:pPr>
            <a:r>
              <a:rPr sz="1400" b="0" i="0">
                <a:solidFill>
                  <a:srgbClr val="4A5C66"/>
                </a:solidFill>
              </a:rPr>
              <a:t>übertragen</a:t>
            </a:r>
          </a:p>
        </p:txBody>
      </p:sp>
      <p:sp>
        <p:nvSpPr>
          <p:cNvPr id="11" name="Oval 10"/>
          <p:cNvSpPr/>
          <p:nvPr/>
        </p:nvSpPr>
        <p:spPr>
          <a:xfrm>
            <a:off x="5925312" y="2724912"/>
            <a:ext cx="310896" cy="310896"/>
          </a:xfrm>
          <a:prstGeom prst="ellipse">
            <a:avLst/>
          </a:prstGeom>
          <a:solidFill>
            <a:srgbClr val="FFFFFF"/>
          </a:solidFill>
          <a:ln w="15875">
            <a:solidFill>
              <a:srgbClr val="80BA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83480" y="2103120"/>
            <a:ext cx="2194560" cy="365760"/>
          </a:xfrm>
          <a:prstGeom prst="rect">
            <a:avLst/>
          </a:prstGeom>
          <a:noFill/>
        </p:spPr>
        <p:txBody>
          <a:bodyPr wrap="square" lIns="0" rIns="0" tIns="0" bIns="0" anchor="t">
            <a:spAutoFit/>
          </a:bodyPr>
          <a:lstStyle/>
          <a:p>
            <a:pPr algn="ctr">
              <a:spcAft>
                <a:spcPts val="800"/>
              </a:spcAft>
            </a:pPr>
            <a:r>
              <a:rPr sz="1700" b="1" i="0">
                <a:solidFill>
                  <a:srgbClr val="263238"/>
                </a:solidFill>
              </a:rPr>
              <a:t>Bein und Fuß</a:t>
            </a:r>
          </a:p>
        </p:txBody>
      </p:sp>
      <p:sp>
        <p:nvSpPr>
          <p:cNvPr id="13" name="TextBox 12"/>
          <p:cNvSpPr txBox="1"/>
          <p:nvPr/>
        </p:nvSpPr>
        <p:spPr>
          <a:xfrm>
            <a:off x="4983480" y="3200400"/>
            <a:ext cx="2194560" cy="822960"/>
          </a:xfrm>
          <a:prstGeom prst="rect">
            <a:avLst/>
          </a:prstGeom>
          <a:noFill/>
        </p:spPr>
        <p:txBody>
          <a:bodyPr wrap="square" lIns="0" rIns="0" tIns="0" bIns="0" anchor="t">
            <a:spAutoFit/>
          </a:bodyPr>
          <a:lstStyle/>
          <a:p>
            <a:pPr algn="ctr">
              <a:spcAft>
                <a:spcPts val="0"/>
              </a:spcAft>
            </a:pPr>
            <a:r>
              <a:rPr sz="1400" b="0" i="0">
                <a:solidFill>
                  <a:srgbClr val="4A5C66"/>
                </a:solidFill>
              </a:rPr>
              <a:t>Stürze vom Bein,</a:t>
            </a:r>
          </a:p>
          <a:p>
            <a:pPr algn="ctr">
              <a:spcAft>
                <a:spcPts val="0"/>
              </a:spcAft>
            </a:pPr>
            <a:r>
              <a:rPr sz="1400" b="0" i="0">
                <a:solidFill>
                  <a:srgbClr val="4A5C66"/>
                </a:solidFill>
              </a:rPr>
              <a:t>Alltag von der Sohle</a:t>
            </a:r>
          </a:p>
        </p:txBody>
      </p:sp>
      <p:sp>
        <p:nvSpPr>
          <p:cNvPr id="14" name="Oval 13"/>
          <p:cNvSpPr/>
          <p:nvPr/>
        </p:nvSpPr>
        <p:spPr>
          <a:xfrm>
            <a:off x="8165592" y="2724912"/>
            <a:ext cx="310896" cy="310896"/>
          </a:xfrm>
          <a:prstGeom prst="ellipse">
            <a:avLst/>
          </a:prstGeom>
          <a:solidFill>
            <a:srgbClr val="FFFFFF"/>
          </a:solidFill>
          <a:ln w="15875">
            <a:solidFill>
              <a:srgbClr val="80BA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2103120"/>
            <a:ext cx="2194560" cy="365760"/>
          </a:xfrm>
          <a:prstGeom prst="rect">
            <a:avLst/>
          </a:prstGeom>
          <a:noFill/>
        </p:spPr>
        <p:txBody>
          <a:bodyPr wrap="square" lIns="0" rIns="0" tIns="0" bIns="0" anchor="t">
            <a:spAutoFit/>
          </a:bodyPr>
          <a:lstStyle/>
          <a:p>
            <a:pPr algn="ctr">
              <a:spcAft>
                <a:spcPts val="800"/>
              </a:spcAft>
            </a:pPr>
            <a:r>
              <a:rPr sz="1700" b="1" i="0">
                <a:solidFill>
                  <a:srgbClr val="263238"/>
                </a:solidFill>
              </a:rPr>
              <a:t>Eigene Hardware</a:t>
            </a:r>
          </a:p>
        </p:txBody>
      </p:sp>
      <p:sp>
        <p:nvSpPr>
          <p:cNvPr id="16" name="TextBox 15"/>
          <p:cNvSpPr txBox="1"/>
          <p:nvPr/>
        </p:nvSpPr>
        <p:spPr>
          <a:xfrm>
            <a:off x="7223760" y="3200400"/>
            <a:ext cx="2194560" cy="822960"/>
          </a:xfrm>
          <a:prstGeom prst="rect">
            <a:avLst/>
          </a:prstGeom>
          <a:noFill/>
        </p:spPr>
        <p:txBody>
          <a:bodyPr wrap="square" lIns="0" rIns="0" tIns="0" bIns="0" anchor="t">
            <a:spAutoFit/>
          </a:bodyPr>
          <a:lstStyle/>
          <a:p>
            <a:pPr algn="ctr">
              <a:spcAft>
                <a:spcPts val="0"/>
              </a:spcAft>
            </a:pPr>
            <a:r>
              <a:rPr sz="1400" b="0" i="0">
                <a:solidFill>
                  <a:srgbClr val="4A5C66"/>
                </a:solidFill>
              </a:rPr>
              <a:t>Pilotaufnahmen</a:t>
            </a:r>
          </a:p>
          <a:p>
            <a:pPr algn="ctr">
              <a:spcAft>
                <a:spcPts val="0"/>
              </a:spcAft>
            </a:pPr>
            <a:r>
              <a:rPr sz="1400" b="0" i="0">
                <a:solidFill>
                  <a:srgbClr val="4A5C66"/>
                </a:solidFill>
              </a:rPr>
              <a:t>Hüfte, Knöchel, Sohle</a:t>
            </a:r>
          </a:p>
        </p:txBody>
      </p:sp>
      <p:sp>
        <p:nvSpPr>
          <p:cNvPr id="17" name="Oval 16"/>
          <p:cNvSpPr/>
          <p:nvPr/>
        </p:nvSpPr>
        <p:spPr>
          <a:xfrm>
            <a:off x="10405872" y="2724912"/>
            <a:ext cx="310896" cy="310896"/>
          </a:xfrm>
          <a:prstGeom prst="ellipse">
            <a:avLst/>
          </a:prstGeom>
          <a:solidFill>
            <a:srgbClr val="80BA24"/>
          </a:solidFill>
          <a:ln w="15875">
            <a:solidFill>
              <a:srgbClr val="80BA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64040" y="2103120"/>
            <a:ext cx="2194560" cy="365760"/>
          </a:xfrm>
          <a:prstGeom prst="rect">
            <a:avLst/>
          </a:prstGeom>
          <a:noFill/>
        </p:spPr>
        <p:txBody>
          <a:bodyPr wrap="square" lIns="0" rIns="0" tIns="0" bIns="0" anchor="t">
            <a:spAutoFit/>
          </a:bodyPr>
          <a:lstStyle/>
          <a:p>
            <a:pPr algn="ctr">
              <a:spcAft>
                <a:spcPts val="800"/>
              </a:spcAft>
            </a:pPr>
            <a:r>
              <a:rPr sz="1700" b="1" i="0">
                <a:solidFill>
                  <a:srgbClr val="263238"/>
                </a:solidFill>
              </a:rPr>
              <a:t>Firmware</a:t>
            </a:r>
          </a:p>
        </p:txBody>
      </p:sp>
      <p:sp>
        <p:nvSpPr>
          <p:cNvPr id="19" name="TextBox 18"/>
          <p:cNvSpPr txBox="1"/>
          <p:nvPr/>
        </p:nvSpPr>
        <p:spPr>
          <a:xfrm>
            <a:off x="9464040" y="3200400"/>
            <a:ext cx="2194560" cy="822960"/>
          </a:xfrm>
          <a:prstGeom prst="rect">
            <a:avLst/>
          </a:prstGeom>
          <a:noFill/>
        </p:spPr>
        <p:txBody>
          <a:bodyPr wrap="square" lIns="0" rIns="0" tIns="0" bIns="0" anchor="t">
            <a:spAutoFit/>
          </a:bodyPr>
          <a:lstStyle/>
          <a:p>
            <a:pPr algn="ctr">
              <a:spcAft>
                <a:spcPts val="0"/>
              </a:spcAft>
            </a:pPr>
            <a:r>
              <a:rPr sz="1400" b="0" i="0">
                <a:solidFill>
                  <a:srgbClr val="4A5C66"/>
                </a:solidFill>
              </a:rPr>
              <a:t>Modell auf dem</a:t>
            </a:r>
          </a:p>
          <a:p>
            <a:pPr algn="ctr">
              <a:spcAft>
                <a:spcPts val="0"/>
              </a:spcAft>
            </a:pPr>
            <a:r>
              <a:rPr sz="1400" b="0" i="0">
                <a:solidFill>
                  <a:srgbClr val="4A5C66"/>
                </a:solidFill>
              </a:rPr>
              <a:t>ESP32-C6 in der Sohle</a:t>
            </a:r>
          </a:p>
        </p:txBody>
      </p:sp>
      <p:sp>
        <p:nvSpPr>
          <p:cNvPr id="20" name="TextBox 19"/>
          <p:cNvSpPr txBox="1"/>
          <p:nvPr/>
        </p:nvSpPr>
        <p:spPr>
          <a:xfrm>
            <a:off x="429768" y="4572000"/>
            <a:ext cx="11247120" cy="1280160"/>
          </a:xfrm>
          <a:prstGeom prst="rect">
            <a:avLst/>
          </a:prstGeom>
          <a:noFill/>
        </p:spPr>
        <p:txBody>
          <a:bodyPr wrap="square" lIns="0" rIns="0" tIns="0" bIns="0" anchor="t">
            <a:spAutoFit/>
          </a:bodyPr>
          <a:lstStyle/>
          <a:p>
            <a:pPr algn="l">
              <a:spcAft>
                <a:spcPts val="800"/>
              </a:spcAft>
            </a:pPr>
            <a:r>
              <a:rPr sz="1700" b="0" i="0">
                <a:solidFill>
                  <a:srgbClr val="263238"/>
                </a:solidFill>
              </a:rPr>
              <a:t>Jeder Schritt hat eine Annahme geprüft. Mehrere naheliegende Annahmen haben sich dabei als falsch herausgestellt – davon handelt der größte Teil des Vortrags.</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Prototyp: ein Mikrocontroller und ein Bewegungssensor</a:t>
            </a:r>
          </a:p>
        </p:txBody>
      </p:sp>
      <p:pic>
        <p:nvPicPr>
          <p:cNvPr id="4" name="Picture 3" descr="foto_platine.jpg"/>
          <p:cNvPicPr>
            <a:picLocks noChangeAspect="1"/>
          </p:cNvPicPr>
          <p:nvPr/>
        </p:nvPicPr>
        <p:blipFill>
          <a:blip r:embed="rId2"/>
          <a:stretch>
            <a:fillRect/>
          </a:stretch>
        </p:blipFill>
        <p:spPr>
          <a:xfrm>
            <a:off x="429768" y="1783080"/>
            <a:ext cx="3261400" cy="2468880"/>
          </a:xfrm>
          <a:prstGeom prst="rect">
            <a:avLst/>
          </a:prstGeom>
        </p:spPr>
      </p:pic>
      <p:pic>
        <p:nvPicPr>
          <p:cNvPr id="5" name="Picture 4" descr="foto_platine_unten.jpg"/>
          <p:cNvPicPr>
            <a:picLocks noChangeAspect="1"/>
          </p:cNvPicPr>
          <p:nvPr/>
        </p:nvPicPr>
        <p:blipFill>
          <a:blip r:embed="rId3"/>
          <a:stretch>
            <a:fillRect/>
          </a:stretch>
        </p:blipFill>
        <p:spPr>
          <a:xfrm>
            <a:off x="3611880" y="1783080"/>
            <a:ext cx="3227294" cy="2468880"/>
          </a:xfrm>
          <a:prstGeom prst="rect">
            <a:avLst/>
          </a:prstGeom>
        </p:spPr>
      </p:pic>
      <p:pic>
        <p:nvPicPr>
          <p:cNvPr id="6" name="Picture 5" descr="einbaulage.png"/>
          <p:cNvPicPr>
            <a:picLocks noChangeAspect="1"/>
          </p:cNvPicPr>
          <p:nvPr/>
        </p:nvPicPr>
        <p:blipFill>
          <a:blip r:embed="rId4"/>
          <a:stretch>
            <a:fillRect/>
          </a:stretch>
        </p:blipFill>
        <p:spPr>
          <a:xfrm>
            <a:off x="6903720" y="1783080"/>
            <a:ext cx="4127659" cy="2468880"/>
          </a:xfrm>
          <a:prstGeom prst="rect">
            <a:avLst/>
          </a:prstGeom>
        </p:spPr>
      </p:pic>
      <p:sp>
        <p:nvSpPr>
          <p:cNvPr id="7" name="TextBox 6"/>
          <p:cNvSpPr txBox="1"/>
          <p:nvPr/>
        </p:nvSpPr>
        <p:spPr>
          <a:xfrm>
            <a:off x="429768" y="4572000"/>
            <a:ext cx="11247120" cy="1645920"/>
          </a:xfrm>
          <a:prstGeom prst="rect">
            <a:avLst/>
          </a:prstGeom>
          <a:noFill/>
        </p:spPr>
        <p:txBody>
          <a:bodyPr wrap="square" lIns="0" rIns="0" tIns="0" bIns="0" anchor="t">
            <a:spAutoFit/>
          </a:bodyPr>
          <a:lstStyle/>
          <a:p>
            <a:pPr algn="l" marL="285750" indent="-285750">
              <a:spcAft>
                <a:spcPts val="600"/>
              </a:spcAft>
              <a:buClr>
                <a:srgbClr val="80BA24"/>
              </a:buClr>
              <a:buChar char="–"/>
            </a:pPr>
            <a:r>
              <a:rPr sz="1600" b="1" i="0">
                <a:solidFill>
                  <a:srgbClr val="263238"/>
                </a:solidFill>
              </a:rPr>
              <a:t>Seeed XIAO ESP32-C6 </a:t>
            </a:r>
            <a:r>
              <a:rPr sz="1600" b="0" i="0">
                <a:solidFill>
                  <a:srgbClr val="263238"/>
                </a:solidFill>
              </a:rPr>
              <a:t>mit Bluetooth, dazu ein IMU-Modul (Beschleunigung + Drehrate) und ein Akku.</a:t>
            </a:r>
          </a:p>
          <a:p>
            <a:pPr algn="l" marL="285750" indent="-285750">
              <a:spcAft>
                <a:spcPts val="600"/>
              </a:spcAft>
              <a:buClr>
                <a:srgbClr val="80BA24"/>
              </a:buClr>
              <a:buChar char="–"/>
            </a:pPr>
            <a:r>
              <a:rPr sz="1600" b="1" i="0">
                <a:solidFill>
                  <a:srgbClr val="263238"/>
                </a:solidFill>
              </a:rPr>
              <a:t>Messung: </a:t>
            </a:r>
            <a:r>
              <a:rPr sz="1600" b="0" i="0">
                <a:solidFill>
                  <a:srgbClr val="263238"/>
                </a:solidFill>
              </a:rPr>
              <a:t>100 Hz, ±16 g, ±2000 °/s. Das Modell sieht 2-Sekunden-Fenster mit 50 Hz.</a:t>
            </a:r>
          </a:p>
          <a:p>
            <a:pPr algn="l" marL="285750" indent="-285750">
              <a:spcAft>
                <a:spcPts val="600"/>
              </a:spcAft>
              <a:buClr>
                <a:srgbClr val="80BA24"/>
              </a:buClr>
              <a:buChar char="–"/>
            </a:pPr>
            <a:r>
              <a:rPr sz="1600" b="1" i="0">
                <a:solidFill>
                  <a:srgbClr val="263238"/>
                </a:solidFill>
              </a:rPr>
              <a:t>Einbau in der Sohle: </a:t>
            </a:r>
            <a:r>
              <a:rPr sz="1600" b="0" i="0">
                <a:solidFill>
                  <a:srgbClr val="263238"/>
                </a:solidFill>
              </a:rPr>
              <a:t>IMU-Modul flach unter der Ferse, Chip oben, X-Pfeil zu den Zehen.</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Stürze gibt es in den Datensätzen überall – nur nicht an der Sohle</a:t>
            </a:r>
          </a:p>
        </p:txBody>
      </p:sp>
      <p:pic>
        <p:nvPicPr>
          <p:cNvPr id="4" name="Picture 3" descr="koerper.png"/>
          <p:cNvPicPr>
            <a:picLocks noChangeAspect="1"/>
          </p:cNvPicPr>
          <p:nvPr/>
        </p:nvPicPr>
        <p:blipFill>
          <a:blip r:embed="rId2"/>
          <a:stretch>
            <a:fillRect/>
          </a:stretch>
        </p:blipFill>
        <p:spPr>
          <a:xfrm>
            <a:off x="429768" y="1691640"/>
            <a:ext cx="6413637" cy="4526280"/>
          </a:xfrm>
          <a:prstGeom prst="rect">
            <a:avLst/>
          </a:prstGeom>
        </p:spPr>
      </p:pic>
      <p:sp>
        <p:nvSpPr>
          <p:cNvPr id="5" name="TextBox 4"/>
          <p:cNvSpPr txBox="1"/>
          <p:nvPr/>
        </p:nvSpPr>
        <p:spPr>
          <a:xfrm>
            <a:off x="6766560" y="1783080"/>
            <a:ext cx="4892040" cy="4389120"/>
          </a:xfrm>
          <a:prstGeom prst="rect">
            <a:avLst/>
          </a:prstGeom>
          <a:noFill/>
        </p:spPr>
        <p:txBody>
          <a:bodyPr wrap="square" lIns="0" rIns="0" tIns="0" bIns="0" anchor="t">
            <a:spAutoFit/>
          </a:bodyPr>
          <a:lstStyle/>
          <a:p>
            <a:pPr algn="l" marL="285750" indent="-285750">
              <a:spcAft>
                <a:spcPts val="800"/>
              </a:spcAft>
              <a:buClr>
                <a:srgbClr val="80BA24"/>
              </a:buClr>
              <a:buChar char="–"/>
            </a:pPr>
            <a:r>
              <a:rPr sz="1600" b="1" i="0">
                <a:solidFill>
                  <a:srgbClr val="263238"/>
                </a:solidFill>
              </a:rPr>
              <a:t>SisFall</a:t>
            </a:r>
            <a:r>
              <a:rPr sz="1600" b="0" i="0">
                <a:solidFill>
                  <a:srgbClr val="263238"/>
                </a:solidFill>
              </a:rPr>
              <a:t> – Hüfte, Grundlage des Modells</a:t>
            </a:r>
          </a:p>
          <a:p>
            <a:pPr algn="l" marL="285750" indent="-285750">
              <a:spcAft>
                <a:spcPts val="800"/>
              </a:spcAft>
              <a:buClr>
                <a:srgbClr val="80BA24"/>
              </a:buClr>
              <a:buChar char="–"/>
            </a:pPr>
            <a:r>
              <a:rPr sz="1600" b="1" i="0">
                <a:solidFill>
                  <a:srgbClr val="263238"/>
                </a:solidFill>
              </a:rPr>
              <a:t>KFall</a:t>
            </a:r>
            <a:r>
              <a:rPr sz="1600" b="0" i="0">
                <a:solidFill>
                  <a:srgbClr val="263238"/>
                </a:solidFill>
              </a:rPr>
              <a:t> – Rücken, Zwischenschritt</a:t>
            </a:r>
          </a:p>
          <a:p>
            <a:pPr algn="l" marL="285750" indent="-285750">
              <a:spcAft>
                <a:spcPts val="800"/>
              </a:spcAft>
              <a:buClr>
                <a:srgbClr val="80BA24"/>
              </a:buClr>
              <a:buChar char="–"/>
            </a:pPr>
            <a:r>
              <a:rPr sz="1600" b="1" i="0">
                <a:solidFill>
                  <a:srgbClr val="263238"/>
                </a:solidFill>
              </a:rPr>
              <a:t>UMAFall, FallAllD</a:t>
            </a:r>
            <a:r>
              <a:rPr sz="1600" b="0" i="0">
                <a:solidFill>
                  <a:srgbClr val="263238"/>
                </a:solidFill>
              </a:rPr>
              <a:t> – Prüfung der Übertragbarkeit</a:t>
            </a:r>
          </a:p>
          <a:p>
            <a:pPr algn="l" marL="285750" indent="-285750">
              <a:spcAft>
                <a:spcPts val="800"/>
              </a:spcAft>
              <a:buClr>
                <a:srgbClr val="80BA24"/>
              </a:buClr>
              <a:buChar char="–"/>
            </a:pPr>
            <a:r>
              <a:rPr sz="1600" b="1" i="0">
                <a:solidFill>
                  <a:srgbClr val="263238"/>
                </a:solidFill>
              </a:rPr>
              <a:t>CAPPIMU</a:t>
            </a:r>
            <a:r>
              <a:rPr sz="1600" b="0" i="0">
                <a:solidFill>
                  <a:srgbClr val="263238"/>
                </a:solidFill>
              </a:rPr>
              <a:t> – dieselben Stürze an neun Körperstellen, auch am Schienbein</a:t>
            </a:r>
          </a:p>
          <a:p>
            <a:pPr algn="l" marL="285750" indent="-285750">
              <a:spcAft>
                <a:spcPts val="800"/>
              </a:spcAft>
              <a:buClr>
                <a:srgbClr val="80BA24"/>
              </a:buClr>
              <a:buChar char="–"/>
            </a:pPr>
            <a:r>
              <a:rPr sz="1600" b="1" i="0">
                <a:solidFill>
                  <a:srgbClr val="263238"/>
                </a:solidFill>
              </a:rPr>
              <a:t>ImbalanSense, Smart-Insole</a:t>
            </a:r>
            <a:r>
              <a:rPr sz="1600" b="0" i="0">
                <a:solidFill>
                  <a:srgbClr val="263238"/>
                </a:solidFill>
              </a:rPr>
              <a:t> – Sohle, aber nur Alltag</a:t>
            </a:r>
          </a:p>
          <a:p>
            <a:pPr algn="l" marL="285750" indent="-285750">
              <a:spcAft>
                <a:spcPts val="800"/>
              </a:spcAft>
              <a:buClr>
                <a:srgbClr val="80BA24"/>
              </a:buClr>
              <a:buChar char="–"/>
            </a:pPr>
            <a:r>
              <a:rPr sz="1600" b="1" i="0">
                <a:solidFill>
                  <a:srgbClr val="263238"/>
                </a:solidFill>
              </a:rPr>
              <a:t>Eigene Aufnahmen</a:t>
            </a:r>
            <a:r>
              <a:rPr sz="1600" b="0" i="0">
                <a:solidFill>
                  <a:srgbClr val="263238"/>
                </a:solidFill>
              </a:rPr>
              <a:t> – Hüfte, Knöchel, beide Sohlen</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Grenzwert reicht nicht – das neuronale Netz bewertet den ganzen Verlauf</a:t>
            </a:r>
          </a:p>
        </p:txBody>
      </p:sp>
      <p:graphicFrame>
        <p:nvGraphicFramePr>
          <p:cNvPr id="4" name="Table 3"/>
          <p:cNvGraphicFramePr>
            <a:graphicFrameLocks noGrp="1"/>
          </p:cNvGraphicFramePr>
          <p:nvPr/>
        </p:nvGraphicFramePr>
        <p:xfrm>
          <a:off x="429768" y="1783080"/>
          <a:ext cx="6675120" cy="1828800"/>
        </p:xfrm>
        <a:graphic>
          <a:graphicData uri="http://schemas.openxmlformats.org/drawingml/2006/table">
            <a:tbl>
              <a:tblPr firstRow="0" bandRow="0">
                <a:tableStyleId>{5C22544A-7EE6-4342-B048-85BDC9FD1C3A}</a:tableStyleId>
              </a:tblPr>
              <a:tblGrid>
                <a:gridCol w="2834640"/>
                <a:gridCol w="1234440"/>
                <a:gridCol w="1234440"/>
                <a:gridCol w="1371600"/>
              </a:tblGrid>
              <a:tr h="457200">
                <a:tc>
                  <a:txBody>
                    <a:bodyPr/>
                    <a:lstStyle/>
                    <a:p>
                      <a:pPr algn="l"/>
                      <a:r>
                        <a:rPr sz="1500" b="1">
                          <a:solidFill>
                            <a:srgbClr val="FFFFFF"/>
                          </a:solidFill>
                        </a:rPr>
                        <a:t>Ansatz (SisFall, Hüfte)</a:t>
                      </a:r>
                    </a:p>
                  </a:txBody>
                  <a:tcPr marL="91440" marR="91440" marT="27432" marB="27432" anchor="ctr">
                    <a:solidFill>
                      <a:srgbClr val="4A5C66"/>
                    </a:solidFill>
                  </a:tcPr>
                </a:tc>
                <a:tc>
                  <a:txBody>
                    <a:bodyPr/>
                    <a:lstStyle/>
                    <a:p>
                      <a:pPr algn="ctr"/>
                      <a:r>
                        <a:rPr sz="1500" b="1">
                          <a:solidFill>
                            <a:srgbClr val="FFFFFF"/>
                          </a:solidFill>
                        </a:rPr>
                        <a:t>Sensitivität</a:t>
                      </a:r>
                    </a:p>
                  </a:txBody>
                  <a:tcPr marL="91440" marR="91440" marT="27432" marB="27432" anchor="ctr">
                    <a:solidFill>
                      <a:srgbClr val="4A5C66"/>
                    </a:solidFill>
                  </a:tcPr>
                </a:tc>
                <a:tc>
                  <a:txBody>
                    <a:bodyPr/>
                    <a:lstStyle/>
                    <a:p>
                      <a:pPr algn="ctr"/>
                      <a:r>
                        <a:rPr sz="1500" b="1">
                          <a:solidFill>
                            <a:srgbClr val="FFFFFF"/>
                          </a:solidFill>
                        </a:rPr>
                        <a:t>Spezifität</a:t>
                      </a:r>
                    </a:p>
                  </a:txBody>
                  <a:tcPr marL="91440" marR="91440" marT="27432" marB="27432" anchor="ctr">
                    <a:solidFill>
                      <a:srgbClr val="4A5C66"/>
                    </a:solidFill>
                  </a:tcPr>
                </a:tc>
                <a:tc>
                  <a:txBody>
                    <a:bodyPr/>
                    <a:lstStyle/>
                    <a:p>
                      <a:pPr algn="ctr"/>
                      <a:r>
                        <a:rPr sz="1500" b="1">
                          <a:solidFill>
                            <a:srgbClr val="FFFFFF"/>
                          </a:solidFill>
                        </a:rPr>
                        <a:t>Fehlalarm-Fenster</a:t>
                      </a:r>
                    </a:p>
                  </a:txBody>
                  <a:tcPr marL="91440" marR="91440" marT="27432" marB="27432" anchor="ctr">
                    <a:solidFill>
                      <a:srgbClr val="4A5C66"/>
                    </a:solidFill>
                  </a:tcPr>
                </a:tc>
              </a:tr>
              <a:tr h="457200">
                <a:tc>
                  <a:txBody>
                    <a:bodyPr/>
                    <a:lstStyle/>
                    <a:p>
                      <a:pPr algn="l"/>
                      <a:r>
                        <a:rPr sz="1500" b="0">
                          <a:solidFill>
                            <a:srgbClr val="263238"/>
                          </a:solidFill>
                        </a:rPr>
                        <a:t>Grenzwert auf |a| (2,8 g)</a:t>
                      </a:r>
                    </a:p>
                  </a:txBody>
                  <a:tcPr marL="91440" marR="91440" marT="27432" marB="27432" anchor="ctr">
                    <a:solidFill>
                      <a:srgbClr val="FFFFFF"/>
                    </a:solidFill>
                  </a:tcPr>
                </a:tc>
                <a:tc>
                  <a:txBody>
                    <a:bodyPr/>
                    <a:lstStyle/>
                    <a:p>
                      <a:pPr algn="ctr"/>
                      <a:r>
                        <a:rPr sz="1500" b="0">
                          <a:solidFill>
                            <a:srgbClr val="263238"/>
                          </a:solidFill>
                        </a:rPr>
                        <a:t>96,7 %</a:t>
                      </a:r>
                    </a:p>
                  </a:txBody>
                  <a:tcPr marL="91440" marR="91440" marT="27432" marB="27432" anchor="ctr">
                    <a:solidFill>
                      <a:srgbClr val="FFFFFF"/>
                    </a:solidFill>
                  </a:tcPr>
                </a:tc>
                <a:tc>
                  <a:txBody>
                    <a:bodyPr/>
                    <a:lstStyle/>
                    <a:p>
                      <a:pPr algn="ctr"/>
                      <a:r>
                        <a:rPr sz="1500" b="0">
                          <a:solidFill>
                            <a:srgbClr val="263238"/>
                          </a:solidFill>
                        </a:rPr>
                        <a:t>82,9 %</a:t>
                      </a:r>
                    </a:p>
                  </a:txBody>
                  <a:tcPr marL="91440" marR="91440" marT="27432" marB="27432" anchor="ctr">
                    <a:solidFill>
                      <a:srgbClr val="FFFFFF"/>
                    </a:solidFill>
                  </a:tcPr>
                </a:tc>
                <a:tc>
                  <a:txBody>
                    <a:bodyPr/>
                    <a:lstStyle/>
                    <a:p>
                      <a:pPr algn="ctr"/>
                      <a:r>
                        <a:rPr sz="1500" b="0">
                          <a:solidFill>
                            <a:srgbClr val="263238"/>
                          </a:solidFill>
                        </a:rPr>
                        <a:t>2074</a:t>
                      </a:r>
                    </a:p>
                  </a:txBody>
                  <a:tcPr marL="91440" marR="91440" marT="27432" marB="27432" anchor="ctr">
                    <a:solidFill>
                      <a:srgbClr val="FFFFFF"/>
                    </a:solidFill>
                  </a:tcPr>
                </a:tc>
              </a:tr>
              <a:tr h="457200">
                <a:tc>
                  <a:txBody>
                    <a:bodyPr/>
                    <a:lstStyle/>
                    <a:p>
                      <a:pPr algn="l"/>
                      <a:r>
                        <a:rPr sz="1500" b="0">
                          <a:solidFill>
                            <a:srgbClr val="263238"/>
                          </a:solidFill>
                        </a:rPr>
                        <a:t>Random Forest (18 Merkmale)</a:t>
                      </a:r>
                    </a:p>
                  </a:txBody>
                  <a:tcPr marL="91440" marR="91440" marT="27432" marB="27432" anchor="ctr">
                    <a:solidFill>
                      <a:srgbClr val="F4F6F7"/>
                    </a:solidFill>
                  </a:tcPr>
                </a:tc>
                <a:tc>
                  <a:txBody>
                    <a:bodyPr/>
                    <a:lstStyle/>
                    <a:p>
                      <a:pPr algn="ctr"/>
                      <a:r>
                        <a:rPr sz="1500" b="0">
                          <a:solidFill>
                            <a:srgbClr val="263238"/>
                          </a:solidFill>
                        </a:rPr>
                        <a:t>92,7 %</a:t>
                      </a:r>
                    </a:p>
                  </a:txBody>
                  <a:tcPr marL="91440" marR="91440" marT="27432" marB="27432" anchor="ctr">
                    <a:solidFill>
                      <a:srgbClr val="F4F6F7"/>
                    </a:solidFill>
                  </a:tcPr>
                </a:tc>
                <a:tc>
                  <a:txBody>
                    <a:bodyPr/>
                    <a:lstStyle/>
                    <a:p>
                      <a:pPr algn="ctr"/>
                      <a:r>
                        <a:rPr sz="1500" b="0">
                          <a:solidFill>
                            <a:srgbClr val="263238"/>
                          </a:solidFill>
                        </a:rPr>
                        <a:t>99,6 %</a:t>
                      </a:r>
                    </a:p>
                  </a:txBody>
                  <a:tcPr marL="91440" marR="91440" marT="27432" marB="27432" anchor="ctr">
                    <a:solidFill>
                      <a:srgbClr val="F4F6F7"/>
                    </a:solidFill>
                  </a:tcPr>
                </a:tc>
                <a:tc>
                  <a:txBody>
                    <a:bodyPr/>
                    <a:lstStyle/>
                    <a:p>
                      <a:pPr algn="ctr"/>
                      <a:r>
                        <a:rPr sz="1500" b="0">
                          <a:solidFill>
                            <a:srgbClr val="263238"/>
                          </a:solidFill>
                        </a:rPr>
                        <a:t>48</a:t>
                      </a:r>
                    </a:p>
                  </a:txBody>
                  <a:tcPr marL="91440" marR="91440" marT="27432" marB="27432" anchor="ctr">
                    <a:solidFill>
                      <a:srgbClr val="F4F6F7"/>
                    </a:solidFill>
                  </a:tcPr>
                </a:tc>
              </a:tr>
              <a:tr h="457200">
                <a:tc>
                  <a:txBody>
                    <a:bodyPr/>
                    <a:lstStyle/>
                    <a:p>
                      <a:pPr algn="l"/>
                      <a:r>
                        <a:rPr sz="1500" b="1">
                          <a:solidFill>
                            <a:srgbClr val="263238"/>
                          </a:solidFill>
                        </a:rPr>
                        <a:t>1D-CNN (ganzes 2-s-Signal)</a:t>
                      </a:r>
                    </a:p>
                  </a:txBody>
                  <a:tcPr marL="91440" marR="91440" marT="27432" marB="27432" anchor="ctr">
                    <a:solidFill>
                      <a:srgbClr val="EEF6E2"/>
                    </a:solidFill>
                  </a:tcPr>
                </a:tc>
                <a:tc>
                  <a:txBody>
                    <a:bodyPr/>
                    <a:lstStyle/>
                    <a:p>
                      <a:pPr algn="ctr"/>
                      <a:r>
                        <a:rPr sz="1500" b="1">
                          <a:solidFill>
                            <a:srgbClr val="263238"/>
                          </a:solidFill>
                        </a:rPr>
                        <a:t>99,0 %</a:t>
                      </a:r>
                    </a:p>
                  </a:txBody>
                  <a:tcPr marL="91440" marR="91440" marT="27432" marB="27432" anchor="ctr">
                    <a:solidFill>
                      <a:srgbClr val="EEF6E2"/>
                    </a:solidFill>
                  </a:tcPr>
                </a:tc>
                <a:tc>
                  <a:txBody>
                    <a:bodyPr/>
                    <a:lstStyle/>
                    <a:p>
                      <a:pPr algn="ctr"/>
                      <a:r>
                        <a:rPr sz="1500" b="1">
                          <a:solidFill>
                            <a:srgbClr val="263238"/>
                          </a:solidFill>
                        </a:rPr>
                        <a:t>99,3 %</a:t>
                      </a:r>
                    </a:p>
                  </a:txBody>
                  <a:tcPr marL="91440" marR="91440" marT="27432" marB="27432" anchor="ctr">
                    <a:solidFill>
                      <a:srgbClr val="EEF6E2"/>
                    </a:solidFill>
                  </a:tcPr>
                </a:tc>
                <a:tc>
                  <a:txBody>
                    <a:bodyPr/>
                    <a:lstStyle/>
                    <a:p>
                      <a:pPr algn="ctr"/>
                      <a:r>
                        <a:rPr sz="1500" b="1">
                          <a:solidFill>
                            <a:srgbClr val="263238"/>
                          </a:solidFill>
                        </a:rPr>
                        <a:t>82</a:t>
                      </a:r>
                    </a:p>
                  </a:txBody>
                  <a:tcPr marL="91440" marR="91440" marT="27432" marB="27432" anchor="ctr">
                    <a:solidFill>
                      <a:srgbClr val="EEF6E2"/>
                    </a:solidFill>
                  </a:tcPr>
                </a:tc>
              </a:tr>
            </a:tbl>
          </a:graphicData>
        </a:graphic>
      </p:graphicFrame>
      <p:sp>
        <p:nvSpPr>
          <p:cNvPr id="5" name="TextBox 4"/>
          <p:cNvSpPr txBox="1"/>
          <p:nvPr/>
        </p:nvSpPr>
        <p:spPr>
          <a:xfrm>
            <a:off x="429768" y="3886200"/>
            <a:ext cx="6675120" cy="2286000"/>
          </a:xfrm>
          <a:prstGeom prst="rect">
            <a:avLst/>
          </a:prstGeom>
          <a:noFill/>
        </p:spPr>
        <p:txBody>
          <a:bodyPr wrap="square" lIns="0" rIns="0" tIns="0" bIns="0" anchor="t">
            <a:spAutoFit/>
          </a:bodyPr>
          <a:lstStyle/>
          <a:p>
            <a:pPr algn="l" marL="285750" indent="-285750">
              <a:spcAft>
                <a:spcPts val="800"/>
              </a:spcAft>
              <a:buClr>
                <a:srgbClr val="80BA24"/>
              </a:buClr>
              <a:buChar char="–"/>
            </a:pPr>
            <a:r>
              <a:rPr sz="1600" b="1" i="0">
                <a:solidFill>
                  <a:srgbClr val="263238"/>
                </a:solidFill>
              </a:rPr>
              <a:t>Grenzwert: </a:t>
            </a:r>
            <a:r>
              <a:rPr sz="1600" b="0" i="0">
                <a:solidFill>
                  <a:srgbClr val="263238"/>
                </a:solidFill>
              </a:rPr>
              <a:t>schaut nur auf die Spitze – jeder harte Schritt löst aus.</a:t>
            </a:r>
          </a:p>
          <a:p>
            <a:pPr algn="l" marL="285750" indent="-285750">
              <a:spcAft>
                <a:spcPts val="800"/>
              </a:spcAft>
              <a:buClr>
                <a:srgbClr val="80BA24"/>
              </a:buClr>
              <a:buChar char="–"/>
            </a:pPr>
            <a:r>
              <a:rPr sz="1600" b="1" i="0">
                <a:solidFill>
                  <a:srgbClr val="263238"/>
                </a:solidFill>
              </a:rPr>
              <a:t>Random Forest: </a:t>
            </a:r>
            <a:r>
              <a:rPr sz="1600" b="0" i="0">
                <a:solidFill>
                  <a:srgbClr val="263238"/>
                </a:solidFill>
              </a:rPr>
              <a:t>schaut auf Kennwerte wie Streuung oder Maximum, aber nicht auf die Reihenfolge.</a:t>
            </a:r>
          </a:p>
          <a:p>
            <a:pPr algn="l" marL="285750" indent="-285750">
              <a:spcAft>
                <a:spcPts val="800"/>
              </a:spcAft>
              <a:buClr>
                <a:srgbClr val="80BA24"/>
              </a:buClr>
              <a:buChar char="–"/>
            </a:pPr>
            <a:r>
              <a:rPr sz="1600" b="1" i="0">
                <a:solidFill>
                  <a:srgbClr val="263238"/>
                </a:solidFill>
              </a:rPr>
              <a:t>CNN: </a:t>
            </a:r>
            <a:r>
              <a:rPr sz="1600" b="0" i="0">
                <a:solidFill>
                  <a:srgbClr val="263238"/>
                </a:solidFill>
              </a:rPr>
              <a:t>erkennt das Muster Bewegung → Aufprall → Ruhe im zeitlichen Ablauf.</a:t>
            </a:r>
          </a:p>
        </p:txBody>
      </p:sp>
      <p:sp>
        <p:nvSpPr>
          <p:cNvPr id="6" name="TextBox 5"/>
          <p:cNvSpPr txBox="1"/>
          <p:nvPr/>
        </p:nvSpPr>
        <p:spPr>
          <a:xfrm>
            <a:off x="7498079" y="1783080"/>
            <a:ext cx="4160520" cy="4389120"/>
          </a:xfrm>
          <a:prstGeom prst="rect">
            <a:avLst/>
          </a:prstGeom>
          <a:noFill/>
        </p:spPr>
        <p:txBody>
          <a:bodyPr wrap="square" lIns="0" rIns="0" tIns="0" bIns="0" anchor="t">
            <a:spAutoFit/>
          </a:bodyPr>
          <a:lstStyle/>
          <a:p>
            <a:pPr algn="l">
              <a:spcAft>
                <a:spcPts val="1000"/>
              </a:spcAft>
            </a:pPr>
            <a:r>
              <a:rPr sz="1600" b="1" i="0">
                <a:solidFill>
                  <a:srgbClr val="80BA24"/>
                </a:solidFill>
              </a:rPr>
              <a:t>Warum nicht einfach Minimum und Maximum?</a:t>
            </a:r>
          </a:p>
          <a:p>
            <a:pPr algn="l">
              <a:spcAft>
                <a:spcPts val="1000"/>
              </a:spcAft>
            </a:pPr>
            <a:r>
              <a:rPr sz="1600" b="0" i="0">
                <a:solidFill>
                  <a:srgbClr val="263238"/>
                </a:solidFill>
              </a:rPr>
              <a:t>Weil sich Stürze und Alltag in den Grenzwerten überschneiden. Ein Grenzwert, der alle Stürze findet, meldet auch Treppen und Joggen.</a:t>
            </a:r>
          </a:p>
          <a:p>
            <a:pPr algn="l">
              <a:spcAft>
                <a:spcPts val="1000"/>
              </a:spcAft>
            </a:pPr>
            <a:r>
              <a:rPr sz="1600" b="0" i="0">
                <a:solidFill>
                  <a:srgbClr val="263238"/>
                </a:solidFill>
              </a:rPr>
              <a:t>Am Fuß ist das noch deutlicher – siehe nächste Folie.</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 Bein ist der Alltag heftiger als der Sturz</a:t>
            </a:r>
          </a:p>
        </p:txBody>
      </p:sp>
      <p:graphicFrame>
        <p:nvGraphicFramePr>
          <p:cNvPr id="4" name="Chart 3"/>
          <p:cNvGraphicFramePr>
            <a:graphicFrameLocks noGrp="1"/>
          </p:cNvGraphicFramePr>
          <p:nvPr/>
        </p:nvGraphicFramePr>
        <p:xfrm>
          <a:off x="429768" y="1691640"/>
          <a:ext cx="7315200" cy="4480560"/>
        </p:xfrm>
        <a:graphic>
          <a:graphicData uri="http://schemas.openxmlformats.org/drawingml/2006/chart">
            <c:chart xmlns:c="http://schemas.openxmlformats.org/drawingml/2006/chart" r:id="rId2"/>
          </a:graphicData>
        </a:graphic>
      </p:graphicFrame>
      <p:sp>
        <p:nvSpPr>
          <p:cNvPr id="5" name="TextBox 4"/>
          <p:cNvSpPr txBox="1"/>
          <p:nvPr/>
        </p:nvSpPr>
        <p:spPr>
          <a:xfrm>
            <a:off x="8092440" y="1783080"/>
            <a:ext cx="3566160" cy="4389120"/>
          </a:xfrm>
          <a:prstGeom prst="rect">
            <a:avLst/>
          </a:prstGeom>
          <a:noFill/>
        </p:spPr>
        <p:txBody>
          <a:bodyPr wrap="square" lIns="0" rIns="0" tIns="0" bIns="0" anchor="t">
            <a:spAutoFit/>
          </a:bodyPr>
          <a:lstStyle/>
          <a:p>
            <a:pPr algn="l">
              <a:spcAft>
                <a:spcPts val="1200"/>
              </a:spcAft>
            </a:pPr>
            <a:r>
              <a:rPr sz="1600" b="0" i="0">
                <a:solidFill>
                  <a:srgbClr val="263238"/>
                </a:solidFill>
              </a:rPr>
              <a:t>Am Kopf liegt der Sturz noch über dem Alltag. Je weiter unten der Sensor sitzt, desto stärker kippt das Verhältnis.</a:t>
            </a:r>
          </a:p>
          <a:p>
            <a:pPr algn="l">
              <a:spcAft>
                <a:spcPts val="1200"/>
              </a:spcAft>
            </a:pPr>
            <a:r>
              <a:rPr sz="1600" b="0" i="0">
                <a:solidFill>
                  <a:srgbClr val="263238"/>
                </a:solidFill>
              </a:rPr>
              <a:t>Am Schienbein erreicht der Alltag dreimal so hohe Spitzen wie ein typischer Sturz.</a:t>
            </a:r>
          </a:p>
          <a:p>
            <a:pPr algn="l">
              <a:spcAft>
                <a:spcPts val="1200"/>
              </a:spcAft>
            </a:pPr>
            <a:r>
              <a:rPr sz="1600" b="1" i="0">
                <a:solidFill>
                  <a:srgbClr val="263238"/>
                </a:solidFill>
              </a:rPr>
              <a:t>Folge: </a:t>
            </a:r>
            <a:r>
              <a:rPr sz="1600" b="0" i="0">
                <a:solidFill>
                  <a:srgbClr val="263238"/>
                </a:solidFill>
              </a:rPr>
              <a:t>Am Fuß braucht es Daten vom Fuß und ein Modell, das den Verlauf bewertet.</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Modell von der Hüfte überträgt sich nicht von selbst</a:t>
            </a:r>
          </a:p>
        </p:txBody>
      </p:sp>
      <p:graphicFrame>
        <p:nvGraphicFramePr>
          <p:cNvPr id="4" name="Chart 3"/>
          <p:cNvGraphicFramePr>
            <a:graphicFrameLocks noGrp="1"/>
          </p:cNvGraphicFramePr>
          <p:nvPr/>
        </p:nvGraphicFramePr>
        <p:xfrm>
          <a:off x="429768" y="1691640"/>
          <a:ext cx="6949440" cy="4480560"/>
        </p:xfrm>
        <a:graphic>
          <a:graphicData uri="http://schemas.openxmlformats.org/drawingml/2006/chart">
            <c:chart xmlns:c="http://schemas.openxmlformats.org/drawingml/2006/chart" r:id="rId2"/>
          </a:graphicData>
        </a:graphic>
      </p:graphicFrame>
      <p:sp>
        <p:nvSpPr>
          <p:cNvPr id="5" name="TextBox 4"/>
          <p:cNvSpPr txBox="1"/>
          <p:nvPr/>
        </p:nvSpPr>
        <p:spPr>
          <a:xfrm>
            <a:off x="7726679" y="1783080"/>
            <a:ext cx="3931920" cy="4389120"/>
          </a:xfrm>
          <a:prstGeom prst="rect">
            <a:avLst/>
          </a:prstGeom>
          <a:noFill/>
        </p:spPr>
        <p:txBody>
          <a:bodyPr wrap="square" lIns="0" rIns="0" tIns="0" bIns="0" anchor="t">
            <a:spAutoFit/>
          </a:bodyPr>
          <a:lstStyle/>
          <a:p>
            <a:pPr algn="l">
              <a:spcAft>
                <a:spcPts val="1000"/>
              </a:spcAft>
            </a:pPr>
            <a:r>
              <a:rPr sz="1600" b="1" i="0">
                <a:solidFill>
                  <a:srgbClr val="80BA24"/>
                </a:solidFill>
              </a:rPr>
              <a:t>Sensitivität</a:t>
            </a:r>
          </a:p>
          <a:p>
            <a:pPr algn="l">
              <a:spcAft>
                <a:spcPts val="1000"/>
              </a:spcAft>
            </a:pPr>
            <a:r>
              <a:rPr sz="1600" b="0" i="0">
                <a:solidFill>
                  <a:srgbClr val="263238"/>
                </a:solidFill>
              </a:rPr>
              <a:t>Ähnliche Hardware (KFall) funktioniert sofort. Andere Datensätze brauchen ein kurzes Nachtraining.</a:t>
            </a:r>
          </a:p>
          <a:p>
            <a:pPr algn="l">
              <a:spcAft>
                <a:spcPts val="1000"/>
              </a:spcAft>
            </a:pPr>
            <a:r>
              <a:rPr sz="1600" b="1" i="0">
                <a:solidFill>
                  <a:srgbClr val="263238"/>
                </a:solidFill>
              </a:rPr>
              <a:t>Am Knöchel hilft das nicht. </a:t>
            </a:r>
            <a:r>
              <a:rPr sz="1600" b="0" i="0">
                <a:solidFill>
                  <a:srgbClr val="263238"/>
                </a:solidFill>
              </a:rPr>
              <a:t>Hier fehlen schlicht passende Sturzdaten.</a:t>
            </a:r>
          </a:p>
          <a:p>
            <a:pPr algn="l">
              <a:spcAft>
                <a:spcPts val="1000"/>
              </a:spcAft>
            </a:pPr>
            <a:r>
              <a:rPr sz="1600" b="1" i="0">
                <a:solidFill>
                  <a:srgbClr val="263238"/>
                </a:solidFill>
              </a:rPr>
              <a:t>Messbereich? </a:t>
            </a:r>
            <a:r>
              <a:rPr sz="1600" b="0" i="0">
                <a:solidFill>
                  <a:srgbClr val="263238"/>
                </a:solidFill>
              </a:rPr>
              <a:t>Kein Grund: auf ±2 g begrenzt bleibt die Hüfte bei 98 %.</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Links und rechts: dieselben Stürze, völlig andere Ergebnisse</a:t>
            </a:r>
          </a:p>
        </p:txBody>
      </p:sp>
      <p:graphicFrame>
        <p:nvGraphicFramePr>
          <p:cNvPr id="4" name="Chart 3"/>
          <p:cNvGraphicFramePr>
            <a:graphicFrameLocks noGrp="1"/>
          </p:cNvGraphicFramePr>
          <p:nvPr/>
        </p:nvGraphicFramePr>
        <p:xfrm>
          <a:off x="429768" y="1691640"/>
          <a:ext cx="6949440" cy="4480560"/>
        </p:xfrm>
        <a:graphic>
          <a:graphicData uri="http://schemas.openxmlformats.org/drawingml/2006/chart">
            <c:chart xmlns:c="http://schemas.openxmlformats.org/drawingml/2006/chart" r:id="rId2"/>
          </a:graphicData>
        </a:graphic>
      </p:graphicFrame>
      <p:sp>
        <p:nvSpPr>
          <p:cNvPr id="5" name="TextBox 4"/>
          <p:cNvSpPr txBox="1"/>
          <p:nvPr/>
        </p:nvSpPr>
        <p:spPr>
          <a:xfrm>
            <a:off x="7726679" y="1783080"/>
            <a:ext cx="3931920" cy="4389120"/>
          </a:xfrm>
          <a:prstGeom prst="rect">
            <a:avLst/>
          </a:prstGeom>
          <a:noFill/>
        </p:spPr>
        <p:txBody>
          <a:bodyPr wrap="square" lIns="0" rIns="0" tIns="0" bIns="0" anchor="t">
            <a:spAutoFit/>
          </a:bodyPr>
          <a:lstStyle/>
          <a:p>
            <a:pPr algn="l">
              <a:spcAft>
                <a:spcPts val="1000"/>
              </a:spcAft>
            </a:pPr>
            <a:r>
              <a:rPr sz="1600" b="0" i="0">
                <a:solidFill>
                  <a:srgbClr val="263238"/>
                </a:solidFill>
              </a:rPr>
              <a:t>Das Modell kennt nur die Lage des Sensors aus dem Training. Links sitzt der Sensor gespiegelt – und das Modell erkennt kaum etwas.</a:t>
            </a:r>
          </a:p>
          <a:p>
            <a:pPr algn="l">
              <a:spcAft>
                <a:spcPts val="1000"/>
              </a:spcAft>
            </a:pPr>
            <a:r>
              <a:rPr sz="1600" b="0" i="0">
                <a:solidFill>
                  <a:srgbClr val="263238"/>
                </a:solidFill>
              </a:rPr>
              <a:t>Spiegelt man die Daten rechnerisch, erreicht links dieselben Werte wie rechts.</a:t>
            </a:r>
          </a:p>
          <a:p>
            <a:pPr algn="l">
              <a:spcAft>
                <a:spcPts val="1000"/>
              </a:spcAft>
            </a:pPr>
            <a:r>
              <a:rPr sz="1600" b="1" i="0">
                <a:solidFill>
                  <a:srgbClr val="263238"/>
                </a:solidFill>
              </a:rPr>
              <a:t>Die Einbaulage gehört zum Modell. </a:t>
            </a:r>
            <a:r>
              <a:rPr sz="1600" b="0" i="0">
                <a:solidFill>
                  <a:srgbClr val="263238"/>
                </a:solidFill>
              </a:rPr>
              <a:t>Deshalb kalibriert die Firmware sie selbst und das Training dreht die Daten zufällig.</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Alltagsdaten von der Sohle senken die Fehlalarme drastisch</a:t>
            </a:r>
          </a:p>
        </p:txBody>
      </p:sp>
      <p:graphicFrame>
        <p:nvGraphicFramePr>
          <p:cNvPr id="4" name="Chart 3"/>
          <p:cNvGraphicFramePr>
            <a:graphicFrameLocks noGrp="1"/>
          </p:cNvGraphicFramePr>
          <p:nvPr/>
        </p:nvGraphicFramePr>
        <p:xfrm>
          <a:off x="429768" y="1691640"/>
          <a:ext cx="5577840" cy="38862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6172200" y="1691640"/>
          <a:ext cx="5486400" cy="3886200"/>
        </p:xfrm>
        <a:graphic>
          <a:graphicData uri="http://schemas.openxmlformats.org/drawingml/2006/chart">
            <c:chart xmlns:c="http://schemas.openxmlformats.org/drawingml/2006/chart" r:id="rId3"/>
          </a:graphicData>
        </a:graphic>
      </p:graphicFrame>
      <p:sp>
        <p:nvSpPr>
          <p:cNvPr id="6" name="TextBox 5"/>
          <p:cNvSpPr txBox="1"/>
          <p:nvPr/>
        </p:nvSpPr>
        <p:spPr>
          <a:xfrm>
            <a:off x="429768" y="5715000"/>
            <a:ext cx="11247120" cy="548640"/>
          </a:xfrm>
          <a:prstGeom prst="rect">
            <a:avLst/>
          </a:prstGeom>
          <a:noFill/>
        </p:spPr>
        <p:txBody>
          <a:bodyPr wrap="square" lIns="0" rIns="0" tIns="0" bIns="0" anchor="t">
            <a:spAutoFit/>
          </a:bodyPr>
          <a:lstStyle/>
          <a:p>
            <a:pPr algn="l">
              <a:spcAft>
                <a:spcPts val="800"/>
              </a:spcAft>
            </a:pPr>
            <a:r>
              <a:rPr sz="1500" b="1" i="0">
                <a:solidFill>
                  <a:srgbClr val="263238"/>
                </a:solidFill>
              </a:rPr>
              <a:t>Sohlen-Alltag kostet keine Sensitivität. </a:t>
            </a:r>
            <a:r>
              <a:rPr sz="1500" b="0" i="0">
                <a:solidFill>
                  <a:srgbClr val="263238"/>
                </a:solidFill>
              </a:rPr>
              <a:t>Smart-Insole senkt die Fehlalarme weiter, kostet aber 2 Punkte Sensitivität und ist nicht kommerziell nutzbar.</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Zufällige Drehungen im Training machen das Modell lagerobust</a:t>
            </a:r>
          </a:p>
        </p:txBody>
      </p:sp>
      <p:graphicFrame>
        <p:nvGraphicFramePr>
          <p:cNvPr id="4" name="Chart 3"/>
          <p:cNvGraphicFramePr>
            <a:graphicFrameLocks noGrp="1"/>
          </p:cNvGraphicFramePr>
          <p:nvPr/>
        </p:nvGraphicFramePr>
        <p:xfrm>
          <a:off x="429768" y="1691640"/>
          <a:ext cx="7406640" cy="4480560"/>
        </p:xfrm>
        <a:graphic>
          <a:graphicData uri="http://schemas.openxmlformats.org/drawingml/2006/chart">
            <c:chart xmlns:c="http://schemas.openxmlformats.org/drawingml/2006/chart" r:id="rId2"/>
          </a:graphicData>
        </a:graphic>
      </p:graphicFrame>
      <p:sp>
        <p:nvSpPr>
          <p:cNvPr id="5" name="TextBox 4"/>
          <p:cNvSpPr txBox="1"/>
          <p:nvPr/>
        </p:nvSpPr>
        <p:spPr>
          <a:xfrm>
            <a:off x="8183879" y="1783080"/>
            <a:ext cx="3474720" cy="4389120"/>
          </a:xfrm>
          <a:prstGeom prst="rect">
            <a:avLst/>
          </a:prstGeom>
          <a:noFill/>
        </p:spPr>
        <p:txBody>
          <a:bodyPr wrap="square" lIns="0" rIns="0" tIns="0" bIns="0" anchor="t">
            <a:spAutoFit/>
          </a:bodyPr>
          <a:lstStyle/>
          <a:p>
            <a:pPr algn="l">
              <a:spcAft>
                <a:spcPts val="1000"/>
              </a:spcAft>
            </a:pPr>
            <a:r>
              <a:rPr sz="1600" b="1" i="0">
                <a:solidFill>
                  <a:srgbClr val="80BA24"/>
                </a:solidFill>
              </a:rPr>
              <a:t>Sensitivität am Schienbein</a:t>
            </a:r>
          </a:p>
          <a:p>
            <a:pPr algn="l">
              <a:spcAft>
                <a:spcPts val="1000"/>
              </a:spcAft>
            </a:pPr>
            <a:r>
              <a:rPr sz="1600" b="0" i="0">
                <a:solidFill>
                  <a:srgbClr val="263238"/>
                </a:solidFill>
              </a:rPr>
              <a:t>Ohne Augmentierung fällt die Erkennung um ein Drittel, sobald der Sensor anders sitzt.</a:t>
            </a:r>
          </a:p>
          <a:p>
            <a:pPr algn="l">
              <a:spcAft>
                <a:spcPts val="1000"/>
              </a:spcAft>
            </a:pPr>
            <a:r>
              <a:rPr sz="1600" b="0" i="0">
                <a:solidFill>
                  <a:srgbClr val="263238"/>
                </a:solidFill>
              </a:rPr>
              <a:t>Mit Augmentierung bleibt sie bei 76 % – ohne Verlust im Normalfall.</a:t>
            </a:r>
          </a:p>
          <a:p>
            <a:pPr algn="l">
              <a:spcAft>
                <a:spcPts val="1000"/>
              </a:spcAft>
            </a:pPr>
            <a:r>
              <a:rPr sz="1600" b="0" i="0">
                <a:solidFill>
                  <a:srgbClr val="263238"/>
                </a:solidFill>
              </a:rPr>
              <a:t>Dieses Modell (B2r) läuft auf dem Chip.</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 der eigenen Hardware: ohne Lagekorrektur geht wenig</a:t>
            </a:r>
          </a:p>
        </p:txBody>
      </p:sp>
      <p:graphicFrame>
        <p:nvGraphicFramePr>
          <p:cNvPr id="4" name="Table 3"/>
          <p:cNvGraphicFramePr>
            <a:graphicFrameLocks noGrp="1"/>
          </p:cNvGraphicFramePr>
          <p:nvPr/>
        </p:nvGraphicFramePr>
        <p:xfrm>
          <a:off x="429768" y="1783080"/>
          <a:ext cx="7315200" cy="2011680"/>
        </p:xfrm>
        <a:graphic>
          <a:graphicData uri="http://schemas.openxmlformats.org/drawingml/2006/table">
            <a:tbl>
              <a:tblPr firstRow="0" bandRow="0">
                <a:tableStyleId>{5C22544A-7EE6-4342-B048-85BDC9FD1C3A}</a:tableStyleId>
              </a:tblPr>
              <a:tblGrid>
                <a:gridCol w="3200400"/>
                <a:gridCol w="1371600"/>
                <a:gridCol w="1371600"/>
                <a:gridCol w="1371600"/>
              </a:tblGrid>
              <a:tr h="502920">
                <a:tc>
                  <a:txBody>
                    <a:bodyPr/>
                    <a:lstStyle/>
                    <a:p>
                      <a:pPr algn="l"/>
                      <a:r>
                        <a:rPr sz="1500" b="1">
                          <a:solidFill>
                            <a:srgbClr val="FFFFFF"/>
                          </a:solidFill>
                        </a:rPr>
                        <a:t>Erkannte Stürze (Fehlalarme)</a:t>
                      </a:r>
                    </a:p>
                  </a:txBody>
                  <a:tcPr marL="91440" marR="91440" marT="27432" marB="27432" anchor="ctr">
                    <a:solidFill>
                      <a:srgbClr val="4A5C66"/>
                    </a:solidFill>
                  </a:tcPr>
                </a:tc>
                <a:tc>
                  <a:txBody>
                    <a:bodyPr/>
                    <a:lstStyle/>
                    <a:p>
                      <a:pPr algn="ctr"/>
                      <a:r>
                        <a:rPr sz="1500" b="1">
                          <a:solidFill>
                            <a:srgbClr val="FFFFFF"/>
                          </a:solidFill>
                        </a:rPr>
                        <a:t>Hüfte</a:t>
                      </a:r>
                    </a:p>
                  </a:txBody>
                  <a:tcPr marL="91440" marR="91440" marT="27432" marB="27432" anchor="ctr">
                    <a:solidFill>
                      <a:srgbClr val="4A5C66"/>
                    </a:solidFill>
                  </a:tcPr>
                </a:tc>
                <a:tc>
                  <a:txBody>
                    <a:bodyPr/>
                    <a:lstStyle/>
                    <a:p>
                      <a:pPr algn="ctr"/>
                      <a:r>
                        <a:rPr sz="1500" b="1">
                          <a:solidFill>
                            <a:srgbClr val="FFFFFF"/>
                          </a:solidFill>
                        </a:rPr>
                        <a:t>Knöchel rechts</a:t>
                      </a:r>
                    </a:p>
                  </a:txBody>
                  <a:tcPr marL="91440" marR="91440" marT="27432" marB="27432" anchor="ctr">
                    <a:solidFill>
                      <a:srgbClr val="4A5C66"/>
                    </a:solidFill>
                  </a:tcPr>
                </a:tc>
                <a:tc>
                  <a:txBody>
                    <a:bodyPr/>
                    <a:lstStyle/>
                    <a:p>
                      <a:pPr algn="ctr"/>
                      <a:r>
                        <a:rPr sz="1500" b="1">
                          <a:solidFill>
                            <a:srgbClr val="FFFFFF"/>
                          </a:solidFill>
                        </a:rPr>
                        <a:t>Knöchel links</a:t>
                      </a:r>
                    </a:p>
                  </a:txBody>
                  <a:tcPr marL="91440" marR="91440" marT="27432" marB="27432" anchor="ctr">
                    <a:solidFill>
                      <a:srgbClr val="4A5C66"/>
                    </a:solidFill>
                  </a:tcPr>
                </a:tc>
              </a:tr>
              <a:tr h="502920">
                <a:tc>
                  <a:txBody>
                    <a:bodyPr/>
                    <a:lstStyle/>
                    <a:p>
                      <a:pPr algn="l"/>
                      <a:r>
                        <a:rPr sz="1500" b="0">
                          <a:solidFill>
                            <a:srgbClr val="263238"/>
                          </a:solidFill>
                        </a:rPr>
                        <a:t>Hüftmodell, Rohdaten</a:t>
                      </a:r>
                    </a:p>
                  </a:txBody>
                  <a:tcPr marL="91440" marR="91440" marT="27432" marB="27432" anchor="ctr">
                    <a:solidFill>
                      <a:srgbClr val="FFFFFF"/>
                    </a:solidFill>
                  </a:tcPr>
                </a:tc>
                <a:tc>
                  <a:txBody>
                    <a:bodyPr/>
                    <a:lstStyle/>
                    <a:p>
                      <a:pPr algn="ctr"/>
                      <a:r>
                        <a:rPr sz="1500" b="0">
                          <a:solidFill>
                            <a:srgbClr val="263238"/>
                          </a:solidFill>
                        </a:rPr>
                        <a:t>2/22 (12)</a:t>
                      </a:r>
                    </a:p>
                  </a:txBody>
                  <a:tcPr marL="91440" marR="91440" marT="27432" marB="27432" anchor="ctr">
                    <a:solidFill>
                      <a:srgbClr val="FFFFFF"/>
                    </a:solidFill>
                  </a:tcPr>
                </a:tc>
                <a:tc>
                  <a:txBody>
                    <a:bodyPr/>
                    <a:lstStyle/>
                    <a:p>
                      <a:pPr algn="ctr"/>
                      <a:r>
                        <a:rPr sz="1500" b="0">
                          <a:solidFill>
                            <a:srgbClr val="263238"/>
                          </a:solidFill>
                        </a:rPr>
                        <a:t>16/23 (16)</a:t>
                      </a:r>
                    </a:p>
                  </a:txBody>
                  <a:tcPr marL="91440" marR="91440" marT="27432" marB="27432" anchor="ctr">
                    <a:solidFill>
                      <a:srgbClr val="FFFFFF"/>
                    </a:solidFill>
                  </a:tcPr>
                </a:tc>
                <a:tc>
                  <a:txBody>
                    <a:bodyPr/>
                    <a:lstStyle/>
                    <a:p>
                      <a:pPr algn="ctr"/>
                      <a:r>
                        <a:rPr sz="1500" b="0">
                          <a:solidFill>
                            <a:srgbClr val="263238"/>
                          </a:solidFill>
                        </a:rPr>
                        <a:t>8/22 (39)</a:t>
                      </a:r>
                    </a:p>
                  </a:txBody>
                  <a:tcPr marL="91440" marR="91440" marT="27432" marB="27432" anchor="ctr">
                    <a:solidFill>
                      <a:srgbClr val="FFFFFF"/>
                    </a:solidFill>
                  </a:tcPr>
                </a:tc>
              </a:tr>
              <a:tr h="502920">
                <a:tc>
                  <a:txBody>
                    <a:bodyPr/>
                    <a:lstStyle/>
                    <a:p>
                      <a:pPr algn="l"/>
                      <a:r>
                        <a:rPr sz="1500" b="0">
                          <a:solidFill>
                            <a:srgbClr val="263238"/>
                          </a:solidFill>
                        </a:rPr>
                        <a:t>B2r, Rohdaten</a:t>
                      </a:r>
                    </a:p>
                  </a:txBody>
                  <a:tcPr marL="91440" marR="91440" marT="27432" marB="27432" anchor="ctr">
                    <a:solidFill>
                      <a:srgbClr val="F4F6F7"/>
                    </a:solidFill>
                  </a:tcPr>
                </a:tc>
                <a:tc>
                  <a:txBody>
                    <a:bodyPr/>
                    <a:lstStyle/>
                    <a:p>
                      <a:pPr algn="ctr"/>
                      <a:r>
                        <a:rPr sz="1500" b="0">
                          <a:solidFill>
                            <a:srgbClr val="263238"/>
                          </a:solidFill>
                        </a:rPr>
                        <a:t>18/22 (83)</a:t>
                      </a:r>
                    </a:p>
                  </a:txBody>
                  <a:tcPr marL="91440" marR="91440" marT="27432" marB="27432" anchor="ctr">
                    <a:solidFill>
                      <a:srgbClr val="F4F6F7"/>
                    </a:solidFill>
                  </a:tcPr>
                </a:tc>
                <a:tc>
                  <a:txBody>
                    <a:bodyPr/>
                    <a:lstStyle/>
                    <a:p>
                      <a:pPr algn="ctr"/>
                      <a:r>
                        <a:rPr sz="1500" b="0">
                          <a:solidFill>
                            <a:srgbClr val="263238"/>
                          </a:solidFill>
                        </a:rPr>
                        <a:t>21/23 (21)</a:t>
                      </a:r>
                    </a:p>
                  </a:txBody>
                  <a:tcPr marL="91440" marR="91440" marT="27432" marB="27432" anchor="ctr">
                    <a:solidFill>
                      <a:srgbClr val="F4F6F7"/>
                    </a:solidFill>
                  </a:tcPr>
                </a:tc>
                <a:tc>
                  <a:txBody>
                    <a:bodyPr/>
                    <a:lstStyle/>
                    <a:p>
                      <a:pPr algn="ctr"/>
                      <a:r>
                        <a:rPr sz="1500" b="0">
                          <a:solidFill>
                            <a:srgbClr val="263238"/>
                          </a:solidFill>
                        </a:rPr>
                        <a:t>17/22 (29)</a:t>
                      </a:r>
                    </a:p>
                  </a:txBody>
                  <a:tcPr marL="91440" marR="91440" marT="27432" marB="27432" anchor="ctr">
                    <a:solidFill>
                      <a:srgbClr val="F4F6F7"/>
                    </a:solidFill>
                  </a:tcPr>
                </a:tc>
              </a:tr>
              <a:tr h="502920">
                <a:tc>
                  <a:txBody>
                    <a:bodyPr/>
                    <a:lstStyle/>
                    <a:p>
                      <a:pPr algn="l"/>
                      <a:r>
                        <a:rPr sz="1500" b="1">
                          <a:solidFill>
                            <a:srgbClr val="263238"/>
                          </a:solidFill>
                        </a:rPr>
                        <a:t>B2r, Lage aus der Schwerkraft ausgerichtet</a:t>
                      </a:r>
                    </a:p>
                  </a:txBody>
                  <a:tcPr marL="91440" marR="91440" marT="27432" marB="27432" anchor="ctr">
                    <a:solidFill>
                      <a:srgbClr val="EEF6E2"/>
                    </a:solidFill>
                  </a:tcPr>
                </a:tc>
                <a:tc>
                  <a:txBody>
                    <a:bodyPr/>
                    <a:lstStyle/>
                    <a:p>
                      <a:pPr algn="ctr"/>
                      <a:r>
                        <a:rPr sz="1500" b="1">
                          <a:solidFill>
                            <a:srgbClr val="263238"/>
                          </a:solidFill>
                        </a:rPr>
                        <a:t>22/22 (65)</a:t>
                      </a:r>
                    </a:p>
                  </a:txBody>
                  <a:tcPr marL="91440" marR="91440" marT="27432" marB="27432" anchor="ctr">
                    <a:solidFill>
                      <a:srgbClr val="EEF6E2"/>
                    </a:solidFill>
                  </a:tcPr>
                </a:tc>
                <a:tc>
                  <a:txBody>
                    <a:bodyPr/>
                    <a:lstStyle/>
                    <a:p>
                      <a:pPr algn="ctr"/>
                      <a:r>
                        <a:rPr sz="1500" b="1">
                          <a:solidFill>
                            <a:srgbClr val="263238"/>
                          </a:solidFill>
                        </a:rPr>
                        <a:t>23/23 (12)</a:t>
                      </a:r>
                    </a:p>
                  </a:txBody>
                  <a:tcPr marL="91440" marR="91440" marT="27432" marB="27432" anchor="ctr">
                    <a:solidFill>
                      <a:srgbClr val="EEF6E2"/>
                    </a:solidFill>
                  </a:tcPr>
                </a:tc>
                <a:tc>
                  <a:txBody>
                    <a:bodyPr/>
                    <a:lstStyle/>
                    <a:p>
                      <a:pPr algn="ctr"/>
                      <a:r>
                        <a:rPr sz="1500" b="1">
                          <a:solidFill>
                            <a:srgbClr val="263238"/>
                          </a:solidFill>
                        </a:rPr>
                        <a:t>22/22 (17)</a:t>
                      </a:r>
                    </a:p>
                  </a:txBody>
                  <a:tcPr marL="91440" marR="91440" marT="27432" marB="27432" anchor="ctr">
                    <a:solidFill>
                      <a:srgbClr val="EEF6E2"/>
                    </a:solidFill>
                  </a:tcPr>
                </a:tc>
              </a:tr>
            </a:tbl>
          </a:graphicData>
        </a:graphic>
      </p:graphicFrame>
      <p:sp>
        <p:nvSpPr>
          <p:cNvPr id="5" name="TextBox 4"/>
          <p:cNvSpPr txBox="1"/>
          <p:nvPr/>
        </p:nvSpPr>
        <p:spPr>
          <a:xfrm>
            <a:off x="429768" y="4023360"/>
            <a:ext cx="7315200" cy="2103120"/>
          </a:xfrm>
          <a:prstGeom prst="rect">
            <a:avLst/>
          </a:prstGeom>
          <a:noFill/>
        </p:spPr>
        <p:txBody>
          <a:bodyPr wrap="square" lIns="0" rIns="0" tIns="0" bIns="0" anchor="t">
            <a:spAutoFit/>
          </a:bodyPr>
          <a:lstStyle/>
          <a:p>
            <a:pPr algn="l">
              <a:spcAft>
                <a:spcPts val="800"/>
              </a:spcAft>
            </a:pPr>
            <a:r>
              <a:rPr sz="1400" b="0" i="0">
                <a:solidFill>
                  <a:srgbClr val="4A5C66"/>
                </a:solidFill>
              </a:rPr>
              <a:t>Eine Person, simulierte Stürze auf einer Matte, 6–9 Minuten gezielt schwieriger Alltag je Position.</a:t>
            </a:r>
          </a:p>
          <a:p>
            <a:pPr algn="l">
              <a:spcAft>
                <a:spcPts val="800"/>
              </a:spcAft>
            </a:pPr>
            <a:r>
              <a:rPr sz="1400" b="0" i="0">
                <a:solidFill>
                  <a:srgbClr val="4A5C66"/>
                </a:solidFill>
              </a:rPr>
              <a:t>Die Fehlalarme stammen fast nur vom Hinsetzen und Aufheben. Eine Rate je Stunde lässt sich daraus nicht ableiten.</a:t>
            </a:r>
          </a:p>
        </p:txBody>
      </p:sp>
      <p:sp>
        <p:nvSpPr>
          <p:cNvPr id="6" name="TextBox 5"/>
          <p:cNvSpPr txBox="1"/>
          <p:nvPr/>
        </p:nvSpPr>
        <p:spPr>
          <a:xfrm>
            <a:off x="8092440" y="1783080"/>
            <a:ext cx="3566160" cy="4389120"/>
          </a:xfrm>
          <a:prstGeom prst="rect">
            <a:avLst/>
          </a:prstGeom>
          <a:noFill/>
        </p:spPr>
        <p:txBody>
          <a:bodyPr wrap="square" lIns="0" rIns="0" tIns="0" bIns="0" anchor="t">
            <a:spAutoFit/>
          </a:bodyPr>
          <a:lstStyle/>
          <a:p>
            <a:pPr algn="l">
              <a:spcAft>
                <a:spcPts val="1200"/>
              </a:spcAft>
            </a:pPr>
            <a:r>
              <a:rPr sz="1600" b="0" i="0">
                <a:solidFill>
                  <a:srgbClr val="263238"/>
                </a:solidFill>
              </a:rPr>
              <a:t>Das Modell hat weder diese Hardware noch diese Person gesehen.</a:t>
            </a:r>
          </a:p>
          <a:p>
            <a:pPr algn="l">
              <a:spcAft>
                <a:spcPts val="1200"/>
              </a:spcAft>
            </a:pPr>
            <a:r>
              <a:rPr sz="1600" b="0" i="0">
                <a:solidFill>
                  <a:srgbClr val="263238"/>
                </a:solidFill>
              </a:rPr>
              <a:t>Richtet man die Daten nur über die Schwerkraft aus, findet es alle 67 Stürze.</a:t>
            </a:r>
          </a:p>
          <a:p>
            <a:pPr algn="l">
              <a:spcAft>
                <a:spcPts val="1200"/>
              </a:spcAft>
            </a:pPr>
            <a:r>
              <a:rPr sz="1600" b="1" i="0">
                <a:solidFill>
                  <a:srgbClr val="263238"/>
                </a:solidFill>
              </a:rPr>
              <a:t>Genau das macht jetzt die Firmware nach jedem Aufwachen.</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 der Sohle ist ein Sturz nicht lauter als Joggen</a:t>
            </a:r>
          </a:p>
        </p:txBody>
      </p:sp>
      <p:graphicFrame>
        <p:nvGraphicFramePr>
          <p:cNvPr id="4" name="Chart 3"/>
          <p:cNvGraphicFramePr>
            <a:graphicFrameLocks noGrp="1"/>
          </p:cNvGraphicFramePr>
          <p:nvPr/>
        </p:nvGraphicFramePr>
        <p:xfrm>
          <a:off x="429768" y="1691640"/>
          <a:ext cx="72237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8001000" y="1783080"/>
            <a:ext cx="3657600" cy="4389120"/>
          </a:xfrm>
          <a:prstGeom prst="rect">
            <a:avLst/>
          </a:prstGeom>
          <a:noFill/>
        </p:spPr>
        <p:txBody>
          <a:bodyPr wrap="square" lIns="0" rIns="0" tIns="0" bIns="0" anchor="t">
            <a:spAutoFit/>
          </a:bodyPr>
          <a:lstStyle/>
          <a:p>
            <a:pPr algn="l">
              <a:spcAft>
                <a:spcPts val="1000"/>
              </a:spcAft>
            </a:pPr>
            <a:r>
              <a:rPr sz="1600" b="1" i="0">
                <a:solidFill>
                  <a:srgbClr val="80BA24"/>
                </a:solidFill>
              </a:rPr>
              <a:t>Höchste Beschleunigung je Aufnahme</a:t>
            </a:r>
          </a:p>
          <a:p>
            <a:pPr algn="l">
              <a:spcAft>
                <a:spcPts val="1000"/>
              </a:spcAft>
            </a:pPr>
            <a:r>
              <a:rPr sz="1600" b="0" i="0">
                <a:solidFill>
                  <a:srgbClr val="263238"/>
                </a:solidFill>
              </a:rPr>
              <a:t>Eigene Aufnahmen in beiden Sohlen. Jeder Sturz liegt unter der stärksten Alltagsbewegung (Joggen, Springen).</a:t>
            </a:r>
          </a:p>
          <a:p>
            <a:pPr algn="l">
              <a:spcAft>
                <a:spcPts val="1000"/>
              </a:spcAft>
            </a:pPr>
            <a:r>
              <a:rPr sz="1600" b="0" i="0">
                <a:solidFill>
                  <a:srgbClr val="263238"/>
                </a:solidFill>
              </a:rPr>
              <a:t>Ein Grenzwert kann an der Sohle grundsätzlich nicht trennen.</a:t>
            </a:r>
          </a:p>
          <a:p>
            <a:pPr algn="l">
              <a:spcAft>
                <a:spcPts val="1000"/>
              </a:spcAft>
            </a:pPr>
            <a:r>
              <a:rPr sz="1600" b="1" i="0">
                <a:solidFill>
                  <a:srgbClr val="263238"/>
                </a:solidFill>
              </a:rPr>
              <a:t>Die Partnerdaten </a:t>
            </a:r>
            <a:r>
              <a:rPr sz="1600" b="0" i="0">
                <a:solidFill>
                  <a:srgbClr val="263238"/>
                </a:solidFill>
              </a:rPr>
              <a:t>(10 Hz, ±2 g, ohne Gyroskop) schneiden schon beim Gehen ab.</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auf dem Chip in der Sohle läuft</a:t>
            </a:r>
          </a:p>
        </p:txBody>
      </p:sp>
      <p:sp>
        <p:nvSpPr>
          <p:cNvPr id="4" name="Rectangle 3"/>
          <p:cNvSpPr/>
          <p:nvPr/>
        </p:nvSpPr>
        <p:spPr>
          <a:xfrm>
            <a:off x="429768" y="1828800"/>
            <a:ext cx="1355924" cy="123444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19" y="1938528"/>
            <a:ext cx="1209620" cy="365760"/>
          </a:xfrm>
          <a:prstGeom prst="rect">
            <a:avLst/>
          </a:prstGeom>
          <a:noFill/>
        </p:spPr>
        <p:txBody>
          <a:bodyPr wrap="square" lIns="0" rIns="0" tIns="0" bIns="0" anchor="t">
            <a:spAutoFit/>
          </a:bodyPr>
          <a:lstStyle/>
          <a:p>
            <a:pPr algn="ctr">
              <a:spcAft>
                <a:spcPts val="800"/>
              </a:spcAft>
            </a:pPr>
            <a:r>
              <a:rPr sz="1700" b="1" i="0">
                <a:solidFill>
                  <a:srgbClr val="263238"/>
                </a:solidFill>
              </a:rPr>
              <a:t>IMU</a:t>
            </a:r>
          </a:p>
        </p:txBody>
      </p:sp>
      <p:sp>
        <p:nvSpPr>
          <p:cNvPr id="6" name="TextBox 5"/>
          <p:cNvSpPr txBox="1"/>
          <p:nvPr/>
        </p:nvSpPr>
        <p:spPr>
          <a:xfrm>
            <a:off x="502919" y="2286000"/>
            <a:ext cx="1209620" cy="731520"/>
          </a:xfrm>
          <a:prstGeom prst="rect">
            <a:avLst/>
          </a:prstGeom>
          <a:noFill/>
        </p:spPr>
        <p:txBody>
          <a:bodyPr wrap="square" lIns="0" rIns="0" tIns="0" bIns="0" anchor="t">
            <a:spAutoFit/>
          </a:bodyPr>
          <a:lstStyle/>
          <a:p>
            <a:pPr algn="ctr">
              <a:spcAft>
                <a:spcPts val="0"/>
              </a:spcAft>
            </a:pPr>
            <a:r>
              <a:rPr sz="1400" b="0" i="0">
                <a:solidFill>
                  <a:srgbClr val="4A5C66"/>
                </a:solidFill>
              </a:rPr>
              <a:t>100 Hz</a:t>
            </a:r>
          </a:p>
          <a:p>
            <a:pPr algn="ctr">
              <a:spcAft>
                <a:spcPts val="0"/>
              </a:spcAft>
            </a:pPr>
            <a:r>
              <a:rPr sz="1400" b="0" i="0">
                <a:solidFill>
                  <a:srgbClr val="4A5C66"/>
                </a:solidFill>
              </a:rPr>
              <a:t>±16 g</a:t>
            </a:r>
          </a:p>
        </p:txBody>
      </p:sp>
      <p:cxnSp>
        <p:nvCxnSpPr>
          <p:cNvPr id="7" name="Connector 6"/>
          <p:cNvCxnSpPr/>
          <p:nvPr/>
        </p:nvCxnSpPr>
        <p:spPr>
          <a:xfrm>
            <a:off x="1822268" y="2446020"/>
            <a:ext cx="219456" cy="0"/>
          </a:xfrm>
          <a:prstGeom prst="line">
            <a:avLst/>
          </a:prstGeom>
          <a:ln w="22225">
            <a:solidFill>
              <a:srgbClr val="4A5C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078300" y="1828800"/>
            <a:ext cx="1355924" cy="123444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51452" y="1938528"/>
            <a:ext cx="1209620" cy="365760"/>
          </a:xfrm>
          <a:prstGeom prst="rect">
            <a:avLst/>
          </a:prstGeom>
          <a:noFill/>
        </p:spPr>
        <p:txBody>
          <a:bodyPr wrap="square" lIns="0" rIns="0" tIns="0" bIns="0" anchor="t">
            <a:spAutoFit/>
          </a:bodyPr>
          <a:lstStyle/>
          <a:p>
            <a:pPr algn="ctr">
              <a:spcAft>
                <a:spcPts val="800"/>
              </a:spcAft>
            </a:pPr>
            <a:r>
              <a:rPr sz="1700" b="1" i="0">
                <a:solidFill>
                  <a:srgbClr val="263238"/>
                </a:solidFill>
              </a:rPr>
              <a:t>Fenster</a:t>
            </a:r>
          </a:p>
        </p:txBody>
      </p:sp>
      <p:sp>
        <p:nvSpPr>
          <p:cNvPr id="10" name="TextBox 9"/>
          <p:cNvSpPr txBox="1"/>
          <p:nvPr/>
        </p:nvSpPr>
        <p:spPr>
          <a:xfrm>
            <a:off x="2151452" y="2286000"/>
            <a:ext cx="1209620" cy="731520"/>
          </a:xfrm>
          <a:prstGeom prst="rect">
            <a:avLst/>
          </a:prstGeom>
          <a:noFill/>
        </p:spPr>
        <p:txBody>
          <a:bodyPr wrap="square" lIns="0" rIns="0" tIns="0" bIns="0" anchor="t">
            <a:spAutoFit/>
          </a:bodyPr>
          <a:lstStyle/>
          <a:p>
            <a:pPr algn="ctr">
              <a:spcAft>
                <a:spcPts val="0"/>
              </a:spcAft>
            </a:pPr>
            <a:r>
              <a:rPr sz="1400" b="0" i="0">
                <a:solidFill>
                  <a:srgbClr val="4A5C66"/>
                </a:solidFill>
              </a:rPr>
              <a:t>2 s, 50 Hz</a:t>
            </a:r>
          </a:p>
          <a:p>
            <a:pPr algn="ctr">
              <a:spcAft>
                <a:spcPts val="0"/>
              </a:spcAft>
            </a:pPr>
            <a:r>
              <a:rPr sz="1400" b="0" i="0">
                <a:solidFill>
                  <a:srgbClr val="4A5C66"/>
                </a:solidFill>
              </a:rPr>
              <a:t>100 × 6</a:t>
            </a:r>
          </a:p>
        </p:txBody>
      </p:sp>
      <p:cxnSp>
        <p:nvCxnSpPr>
          <p:cNvPr id="11" name="Connector 10"/>
          <p:cNvCxnSpPr/>
          <p:nvPr/>
        </p:nvCxnSpPr>
        <p:spPr>
          <a:xfrm>
            <a:off x="3470801" y="2446020"/>
            <a:ext cx="219456" cy="0"/>
          </a:xfrm>
          <a:prstGeom prst="line">
            <a:avLst/>
          </a:prstGeom>
          <a:ln w="22225">
            <a:solidFill>
              <a:srgbClr val="4A5C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726833" y="1828800"/>
            <a:ext cx="1355924" cy="1234440"/>
          </a:xfrm>
          <a:prstGeom prst="rect">
            <a:avLst/>
          </a:prstGeom>
          <a:solidFill>
            <a:srgbClr val="80B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99985" y="1938528"/>
            <a:ext cx="1209620" cy="365760"/>
          </a:xfrm>
          <a:prstGeom prst="rect">
            <a:avLst/>
          </a:prstGeom>
          <a:noFill/>
        </p:spPr>
        <p:txBody>
          <a:bodyPr wrap="square" lIns="0" rIns="0" tIns="0" bIns="0" anchor="t">
            <a:spAutoFit/>
          </a:bodyPr>
          <a:lstStyle/>
          <a:p>
            <a:pPr algn="ctr">
              <a:spcAft>
                <a:spcPts val="800"/>
              </a:spcAft>
            </a:pPr>
            <a:r>
              <a:rPr sz="1700" b="1" i="0">
                <a:solidFill>
                  <a:srgbClr val="FFFFFF"/>
                </a:solidFill>
              </a:rPr>
              <a:t>Lage</a:t>
            </a:r>
          </a:p>
        </p:txBody>
      </p:sp>
      <p:sp>
        <p:nvSpPr>
          <p:cNvPr id="14" name="TextBox 13"/>
          <p:cNvSpPr txBox="1"/>
          <p:nvPr/>
        </p:nvSpPr>
        <p:spPr>
          <a:xfrm>
            <a:off x="3799985" y="2286000"/>
            <a:ext cx="1209620" cy="731520"/>
          </a:xfrm>
          <a:prstGeom prst="rect">
            <a:avLst/>
          </a:prstGeom>
          <a:noFill/>
        </p:spPr>
        <p:txBody>
          <a:bodyPr wrap="square" lIns="0" rIns="0" tIns="0" bIns="0" anchor="t">
            <a:spAutoFit/>
          </a:bodyPr>
          <a:lstStyle/>
          <a:p>
            <a:pPr algn="ctr">
              <a:spcAft>
                <a:spcPts val="0"/>
              </a:spcAft>
            </a:pPr>
            <a:r>
              <a:rPr sz="1400" b="0" i="0">
                <a:solidFill>
                  <a:srgbClr val="FFFFFF"/>
                </a:solidFill>
              </a:rPr>
              <a:t>selbst</a:t>
            </a:r>
          </a:p>
          <a:p>
            <a:pPr algn="ctr">
              <a:spcAft>
                <a:spcPts val="0"/>
              </a:spcAft>
            </a:pPr>
            <a:r>
              <a:rPr sz="1400" b="0" i="0">
                <a:solidFill>
                  <a:srgbClr val="FFFFFF"/>
                </a:solidFill>
              </a:rPr>
              <a:t>kalibriert</a:t>
            </a:r>
          </a:p>
        </p:txBody>
      </p:sp>
      <p:cxnSp>
        <p:nvCxnSpPr>
          <p:cNvPr id="15" name="Connector 14"/>
          <p:cNvCxnSpPr/>
          <p:nvPr/>
        </p:nvCxnSpPr>
        <p:spPr>
          <a:xfrm>
            <a:off x="5119333" y="2446020"/>
            <a:ext cx="219456" cy="0"/>
          </a:xfrm>
          <a:prstGeom prst="line">
            <a:avLst/>
          </a:prstGeom>
          <a:ln w="22225">
            <a:solidFill>
              <a:srgbClr val="4A5C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5375365" y="1828800"/>
            <a:ext cx="1355924" cy="1234440"/>
          </a:xfrm>
          <a:prstGeom prst="rect">
            <a:avLst/>
          </a:prstGeom>
          <a:solidFill>
            <a:srgbClr val="80B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48517" y="1938528"/>
            <a:ext cx="1209620" cy="365760"/>
          </a:xfrm>
          <a:prstGeom prst="rect">
            <a:avLst/>
          </a:prstGeom>
          <a:noFill/>
        </p:spPr>
        <p:txBody>
          <a:bodyPr wrap="square" lIns="0" rIns="0" tIns="0" bIns="0" anchor="t">
            <a:spAutoFit/>
          </a:bodyPr>
          <a:lstStyle/>
          <a:p>
            <a:pPr algn="ctr">
              <a:spcAft>
                <a:spcPts val="800"/>
              </a:spcAft>
            </a:pPr>
            <a:r>
              <a:rPr sz="1700" b="1" i="0">
                <a:solidFill>
                  <a:srgbClr val="FFFFFF"/>
                </a:solidFill>
              </a:rPr>
              <a:t>CNN</a:t>
            </a:r>
          </a:p>
        </p:txBody>
      </p:sp>
      <p:sp>
        <p:nvSpPr>
          <p:cNvPr id="18" name="TextBox 17"/>
          <p:cNvSpPr txBox="1"/>
          <p:nvPr/>
        </p:nvSpPr>
        <p:spPr>
          <a:xfrm>
            <a:off x="5448517" y="2286000"/>
            <a:ext cx="1209620" cy="731520"/>
          </a:xfrm>
          <a:prstGeom prst="rect">
            <a:avLst/>
          </a:prstGeom>
          <a:noFill/>
        </p:spPr>
        <p:txBody>
          <a:bodyPr wrap="square" lIns="0" rIns="0" tIns="0" bIns="0" anchor="t">
            <a:spAutoFit/>
          </a:bodyPr>
          <a:lstStyle/>
          <a:p>
            <a:pPr algn="ctr">
              <a:spcAft>
                <a:spcPts val="0"/>
              </a:spcAft>
            </a:pPr>
            <a:r>
              <a:rPr sz="1400" b="0" i="0">
                <a:solidFill>
                  <a:srgbClr val="FFFFFF"/>
                </a:solidFill>
              </a:rPr>
              <a:t>int8, 77 KB</a:t>
            </a:r>
          </a:p>
        </p:txBody>
      </p:sp>
      <p:cxnSp>
        <p:nvCxnSpPr>
          <p:cNvPr id="19" name="Connector 18"/>
          <p:cNvCxnSpPr/>
          <p:nvPr/>
        </p:nvCxnSpPr>
        <p:spPr>
          <a:xfrm>
            <a:off x="6767866" y="2446020"/>
            <a:ext cx="219456" cy="0"/>
          </a:xfrm>
          <a:prstGeom prst="line">
            <a:avLst/>
          </a:prstGeom>
          <a:ln w="22225">
            <a:solidFill>
              <a:srgbClr val="4A5C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023898" y="1828800"/>
            <a:ext cx="1355924" cy="123444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97050" y="1938528"/>
            <a:ext cx="1209620" cy="365760"/>
          </a:xfrm>
          <a:prstGeom prst="rect">
            <a:avLst/>
          </a:prstGeom>
          <a:noFill/>
        </p:spPr>
        <p:txBody>
          <a:bodyPr wrap="square" lIns="0" rIns="0" tIns="0" bIns="0" anchor="t">
            <a:spAutoFit/>
          </a:bodyPr>
          <a:lstStyle/>
          <a:p>
            <a:pPr algn="ctr">
              <a:spcAft>
                <a:spcPts val="800"/>
              </a:spcAft>
            </a:pPr>
            <a:r>
              <a:rPr sz="1700" b="1" i="0">
                <a:solidFill>
                  <a:srgbClr val="263238"/>
                </a:solidFill>
              </a:rPr>
              <a:t>3 von 5</a:t>
            </a:r>
          </a:p>
        </p:txBody>
      </p:sp>
      <p:sp>
        <p:nvSpPr>
          <p:cNvPr id="22" name="TextBox 21"/>
          <p:cNvSpPr txBox="1"/>
          <p:nvPr/>
        </p:nvSpPr>
        <p:spPr>
          <a:xfrm>
            <a:off x="7097050" y="2286000"/>
            <a:ext cx="1209620" cy="731520"/>
          </a:xfrm>
          <a:prstGeom prst="rect">
            <a:avLst/>
          </a:prstGeom>
          <a:noFill/>
        </p:spPr>
        <p:txBody>
          <a:bodyPr wrap="square" lIns="0" rIns="0" tIns="0" bIns="0" anchor="t">
            <a:spAutoFit/>
          </a:bodyPr>
          <a:lstStyle/>
          <a:p>
            <a:pPr algn="ctr">
              <a:spcAft>
                <a:spcPts val="0"/>
              </a:spcAft>
            </a:pPr>
            <a:r>
              <a:rPr sz="1400" b="0" i="0">
                <a:solidFill>
                  <a:srgbClr val="4A5C66"/>
                </a:solidFill>
              </a:rPr>
              <a:t>alle 0,2 s</a:t>
            </a:r>
          </a:p>
        </p:txBody>
      </p:sp>
      <p:cxnSp>
        <p:nvCxnSpPr>
          <p:cNvPr id="23" name="Connector 22"/>
          <p:cNvCxnSpPr/>
          <p:nvPr/>
        </p:nvCxnSpPr>
        <p:spPr>
          <a:xfrm>
            <a:off x="8416398" y="2446020"/>
            <a:ext cx="219456" cy="0"/>
          </a:xfrm>
          <a:prstGeom prst="line">
            <a:avLst/>
          </a:prstGeom>
          <a:ln w="22225">
            <a:solidFill>
              <a:srgbClr val="4A5C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8672430" y="1828800"/>
            <a:ext cx="1355924" cy="123444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45582" y="1938528"/>
            <a:ext cx="1209620" cy="365760"/>
          </a:xfrm>
          <a:prstGeom prst="rect">
            <a:avLst/>
          </a:prstGeom>
          <a:noFill/>
        </p:spPr>
        <p:txBody>
          <a:bodyPr wrap="square" lIns="0" rIns="0" tIns="0" bIns="0" anchor="t">
            <a:spAutoFit/>
          </a:bodyPr>
          <a:lstStyle/>
          <a:p>
            <a:pPr algn="ctr">
              <a:spcAft>
                <a:spcPts val="800"/>
              </a:spcAft>
            </a:pPr>
            <a:r>
              <a:rPr sz="1700" b="1" i="0">
                <a:solidFill>
                  <a:srgbClr val="263238"/>
                </a:solidFill>
              </a:rPr>
              <a:t>Prüfung</a:t>
            </a:r>
          </a:p>
        </p:txBody>
      </p:sp>
      <p:sp>
        <p:nvSpPr>
          <p:cNvPr id="26" name="TextBox 25"/>
          <p:cNvSpPr txBox="1"/>
          <p:nvPr/>
        </p:nvSpPr>
        <p:spPr>
          <a:xfrm>
            <a:off x="8745582" y="2286000"/>
            <a:ext cx="1209620" cy="731520"/>
          </a:xfrm>
          <a:prstGeom prst="rect">
            <a:avLst/>
          </a:prstGeom>
          <a:noFill/>
        </p:spPr>
        <p:txBody>
          <a:bodyPr wrap="square" lIns="0" rIns="0" tIns="0" bIns="0" anchor="t">
            <a:spAutoFit/>
          </a:bodyPr>
          <a:lstStyle/>
          <a:p>
            <a:pPr algn="ctr">
              <a:spcAft>
                <a:spcPts val="0"/>
              </a:spcAft>
            </a:pPr>
            <a:r>
              <a:rPr sz="1400" b="0" i="0">
                <a:solidFill>
                  <a:srgbClr val="4A5C66"/>
                </a:solidFill>
              </a:rPr>
              <a:t>Lage + Ruhe</a:t>
            </a:r>
          </a:p>
        </p:txBody>
      </p:sp>
      <p:cxnSp>
        <p:nvCxnSpPr>
          <p:cNvPr id="27" name="Connector 26"/>
          <p:cNvCxnSpPr/>
          <p:nvPr/>
        </p:nvCxnSpPr>
        <p:spPr>
          <a:xfrm>
            <a:off x="10064931" y="2446020"/>
            <a:ext cx="219456" cy="0"/>
          </a:xfrm>
          <a:prstGeom prst="line">
            <a:avLst/>
          </a:prstGeom>
          <a:ln w="22225">
            <a:solidFill>
              <a:srgbClr val="4A5C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0320963" y="1828800"/>
            <a:ext cx="1355924" cy="123444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94115" y="1938528"/>
            <a:ext cx="1209620" cy="365760"/>
          </a:xfrm>
          <a:prstGeom prst="rect">
            <a:avLst/>
          </a:prstGeom>
          <a:noFill/>
        </p:spPr>
        <p:txBody>
          <a:bodyPr wrap="square" lIns="0" rIns="0" tIns="0" bIns="0" anchor="t">
            <a:spAutoFit/>
          </a:bodyPr>
          <a:lstStyle/>
          <a:p>
            <a:pPr algn="ctr">
              <a:spcAft>
                <a:spcPts val="800"/>
              </a:spcAft>
            </a:pPr>
            <a:r>
              <a:rPr sz="1700" b="1" i="0">
                <a:solidFill>
                  <a:srgbClr val="263238"/>
                </a:solidFill>
              </a:rPr>
              <a:t>Bluetooth</a:t>
            </a:r>
          </a:p>
        </p:txBody>
      </p:sp>
      <p:sp>
        <p:nvSpPr>
          <p:cNvPr id="30" name="TextBox 29"/>
          <p:cNvSpPr txBox="1"/>
          <p:nvPr/>
        </p:nvSpPr>
        <p:spPr>
          <a:xfrm>
            <a:off x="10394115" y="2286000"/>
            <a:ext cx="1209620" cy="731520"/>
          </a:xfrm>
          <a:prstGeom prst="rect">
            <a:avLst/>
          </a:prstGeom>
          <a:noFill/>
        </p:spPr>
        <p:txBody>
          <a:bodyPr wrap="square" lIns="0" rIns="0" tIns="0" bIns="0" anchor="t">
            <a:spAutoFit/>
          </a:bodyPr>
          <a:lstStyle/>
          <a:p>
            <a:pPr algn="ctr">
              <a:spcAft>
                <a:spcPts val="0"/>
              </a:spcAft>
            </a:pPr>
            <a:r>
              <a:rPr sz="1400" b="0" i="0">
                <a:solidFill>
                  <a:srgbClr val="4A5C66"/>
                </a:solidFill>
              </a:rPr>
              <a:t>an die App</a:t>
            </a:r>
          </a:p>
        </p:txBody>
      </p:sp>
      <p:sp>
        <p:nvSpPr>
          <p:cNvPr id="31" name="TextBox 30"/>
          <p:cNvSpPr txBox="1"/>
          <p:nvPr/>
        </p:nvSpPr>
        <p:spPr>
          <a:xfrm>
            <a:off x="429768" y="3566160"/>
            <a:ext cx="5486400" cy="2651760"/>
          </a:xfrm>
          <a:prstGeom prst="rect">
            <a:avLst/>
          </a:prstGeom>
          <a:noFill/>
        </p:spPr>
        <p:txBody>
          <a:bodyPr wrap="square" lIns="0" rIns="0" tIns="0" bIns="0" anchor="t">
            <a:spAutoFit/>
          </a:bodyPr>
          <a:lstStyle/>
          <a:p>
            <a:pPr algn="l">
              <a:spcAft>
                <a:spcPts val="800"/>
              </a:spcAft>
            </a:pPr>
            <a:r>
              <a:rPr sz="1700" b="1" i="0">
                <a:solidFill>
                  <a:srgbClr val="80BA24"/>
                </a:solidFill>
              </a:rPr>
              <a:t>Selbstkalibrierung</a:t>
            </a:r>
          </a:p>
          <a:p>
            <a:pPr algn="l">
              <a:spcAft>
                <a:spcPts val="800"/>
              </a:spcAft>
            </a:pPr>
            <a:r>
              <a:rPr sz="1700" b="0" i="0">
                <a:solidFill>
                  <a:srgbClr val="263238"/>
                </a:solidFill>
              </a:rPr>
              <a:t>Im Stand zeigt die Schwerkraft nach oben, beim Gehen dreht der Fuß um die Querachse, die Schwungphase zeigt nach vorn. Daraus folgt die Drehung in den Trainingsrahmen.</a:t>
            </a:r>
          </a:p>
        </p:txBody>
      </p:sp>
      <p:sp>
        <p:nvSpPr>
          <p:cNvPr id="32" name="TextBox 31"/>
          <p:cNvSpPr txBox="1"/>
          <p:nvPr/>
        </p:nvSpPr>
        <p:spPr>
          <a:xfrm>
            <a:off x="6217920" y="3566160"/>
            <a:ext cx="5440680" cy="2651760"/>
          </a:xfrm>
          <a:prstGeom prst="rect">
            <a:avLst/>
          </a:prstGeom>
          <a:noFill/>
        </p:spPr>
        <p:txBody>
          <a:bodyPr wrap="square" lIns="0" rIns="0" tIns="0" bIns="0" anchor="t">
            <a:spAutoFit/>
          </a:bodyPr>
          <a:lstStyle/>
          <a:p>
            <a:pPr algn="l">
              <a:spcAft>
                <a:spcPts val="800"/>
              </a:spcAft>
            </a:pPr>
            <a:r>
              <a:rPr sz="1700" b="1" i="0">
                <a:solidFill>
                  <a:srgbClr val="80BA24"/>
                </a:solidFill>
              </a:rPr>
              <a:t>Was ich dabei gelernt habe</a:t>
            </a:r>
          </a:p>
          <a:p>
            <a:pPr algn="l">
              <a:spcAft>
                <a:spcPts val="800"/>
              </a:spcAft>
            </a:pPr>
            <a:r>
              <a:rPr sz="1700" b="0" i="0">
                <a:solidFill>
                  <a:srgbClr val="263238"/>
                </a:solidFill>
              </a:rPr>
              <a:t>Auf dem Chip kam zunächst immer 0,47 heraus, egal was der Sensor maß. Ursache waren Rechenschritte, die TFLite Micro auf dem ESP32-C6 falsch auswertet. Sie sind jetzt ins Modell eingerechnet, und ein Selbsttest beim Start prüft das Ergebnis.</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ich für die Sohle empfehle</a:t>
            </a:r>
          </a:p>
        </p:txBody>
      </p:sp>
      <p:sp>
        <p:nvSpPr>
          <p:cNvPr id="4" name="TextBox 3"/>
          <p:cNvSpPr txBox="1"/>
          <p:nvPr/>
        </p:nvSpPr>
        <p:spPr>
          <a:xfrm>
            <a:off x="429768" y="1783080"/>
            <a:ext cx="6949440" cy="4480560"/>
          </a:xfrm>
          <a:prstGeom prst="rect">
            <a:avLst/>
          </a:prstGeom>
          <a:noFill/>
        </p:spPr>
        <p:txBody>
          <a:bodyPr wrap="square" lIns="0" rIns="0" tIns="0" bIns="0" anchor="t">
            <a:spAutoFit/>
          </a:bodyPr>
          <a:lstStyle/>
          <a:p>
            <a:pPr algn="l" marL="285750" indent="-285750">
              <a:spcAft>
                <a:spcPts val="1400"/>
              </a:spcAft>
              <a:buClr>
                <a:srgbClr val="80BA24"/>
              </a:buClr>
              <a:buChar char="–"/>
            </a:pPr>
            <a:r>
              <a:rPr sz="1700" b="1" i="0">
                <a:solidFill>
                  <a:srgbClr val="263238"/>
                </a:solidFill>
              </a:rPr>
              <a:t>Sensor: </a:t>
            </a:r>
            <a:r>
              <a:rPr sz="1700" b="0" i="0">
                <a:solidFill>
                  <a:srgbClr val="263238"/>
                </a:solidFill>
              </a:rPr>
              <a:t>6 Achsen, mindestens ±16 g, 100 Hz. Mit ±2 g und 10 Hz ist an der Sohle kein Sturz messbar.</a:t>
            </a:r>
          </a:p>
          <a:p>
            <a:pPr algn="l" marL="285750" indent="-285750">
              <a:spcAft>
                <a:spcPts val="1400"/>
              </a:spcAft>
              <a:buClr>
                <a:srgbClr val="80BA24"/>
              </a:buClr>
              <a:buChar char="–"/>
            </a:pPr>
            <a:r>
              <a:rPr sz="1700" b="1" i="0">
                <a:solidFill>
                  <a:srgbClr val="263238"/>
                </a:solidFill>
              </a:rPr>
              <a:t>Einbaulage festlegen </a:t>
            </a:r>
            <a:r>
              <a:rPr sz="1700" b="0" i="0">
                <a:solidFill>
                  <a:srgbClr val="263238"/>
                </a:solidFill>
              </a:rPr>
              <a:t>und in der Firmware selbst kalibrieren – das kostet nichts und macht den größten Unterschied.</a:t>
            </a:r>
          </a:p>
          <a:p>
            <a:pPr algn="l" marL="285750" indent="-285750">
              <a:spcAft>
                <a:spcPts val="1400"/>
              </a:spcAft>
              <a:buClr>
                <a:srgbClr val="80BA24"/>
              </a:buClr>
              <a:buChar char="–"/>
            </a:pPr>
            <a:r>
              <a:rPr sz="1700" b="1" i="0">
                <a:solidFill>
                  <a:srgbClr val="263238"/>
                </a:solidFill>
              </a:rPr>
              <a:t>Stürze an der Sohle aufnehmen: </a:t>
            </a:r>
            <a:r>
              <a:rPr sz="1700" b="0" i="0">
                <a:solidFill>
                  <a:srgbClr val="263238"/>
                </a:solidFill>
              </a:rPr>
              <a:t>mehrere Personen, harter Boden, beide Füße. Erst dann ist das Modell an der Sohle validiert.</a:t>
            </a:r>
          </a:p>
          <a:p>
            <a:pPr algn="l" marL="285750" indent="-285750">
              <a:spcAft>
                <a:spcPts val="1400"/>
              </a:spcAft>
              <a:buClr>
                <a:srgbClr val="80BA24"/>
              </a:buClr>
              <a:buChar char="–"/>
            </a:pPr>
            <a:r>
              <a:rPr sz="1700" b="1" i="0">
                <a:solidFill>
                  <a:srgbClr val="263238"/>
                </a:solidFill>
              </a:rPr>
              <a:t>Lizenzen prüfen: </a:t>
            </a:r>
            <a:r>
              <a:rPr sz="1700" b="0" i="0">
                <a:solidFill>
                  <a:srgbClr val="263238"/>
                </a:solidFill>
              </a:rPr>
              <a:t>Smart-Insole und MobiAct sind nur akademisch nutzbar. Das kommerzielle Modell verzichtet darauf.</a:t>
            </a:r>
          </a:p>
        </p:txBody>
      </p:sp>
      <p:sp>
        <p:nvSpPr>
          <p:cNvPr id="5" name="Rectangle 4"/>
          <p:cNvSpPr/>
          <p:nvPr/>
        </p:nvSpPr>
        <p:spPr>
          <a:xfrm>
            <a:off x="7772400" y="1783080"/>
            <a:ext cx="3886200" cy="301752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0" y="1965960"/>
            <a:ext cx="3474720" cy="365760"/>
          </a:xfrm>
          <a:prstGeom prst="rect">
            <a:avLst/>
          </a:prstGeom>
          <a:noFill/>
        </p:spPr>
        <p:txBody>
          <a:bodyPr wrap="square" lIns="0" rIns="0" tIns="0" bIns="0" anchor="t">
            <a:spAutoFit/>
          </a:bodyPr>
          <a:lstStyle/>
          <a:p>
            <a:pPr algn="l">
              <a:spcAft>
                <a:spcPts val="800"/>
              </a:spcAft>
            </a:pPr>
            <a:r>
              <a:rPr sz="1600" b="1" i="0">
                <a:solidFill>
                  <a:srgbClr val="4A5C66"/>
                </a:solidFill>
              </a:rPr>
              <a:t>Noch offen</a:t>
            </a:r>
          </a:p>
        </p:txBody>
      </p:sp>
      <p:sp>
        <p:nvSpPr>
          <p:cNvPr id="7" name="TextBox 6"/>
          <p:cNvSpPr txBox="1"/>
          <p:nvPr/>
        </p:nvSpPr>
        <p:spPr>
          <a:xfrm>
            <a:off x="8001000" y="2423160"/>
            <a:ext cx="3474720" cy="2286000"/>
          </a:xfrm>
          <a:prstGeom prst="rect">
            <a:avLst/>
          </a:prstGeom>
          <a:noFill/>
        </p:spPr>
        <p:txBody>
          <a:bodyPr wrap="square" lIns="0" rIns="0" tIns="0" bIns="0" anchor="t">
            <a:spAutoFit/>
          </a:bodyPr>
          <a:lstStyle/>
          <a:p>
            <a:pPr algn="l" marL="285750" indent="-285750">
              <a:spcAft>
                <a:spcPts val="800"/>
              </a:spcAft>
              <a:buClr>
                <a:srgbClr val="80BA24"/>
              </a:buClr>
              <a:buChar char="–"/>
            </a:pPr>
            <a:r>
              <a:rPr sz="1500" b="0" i="0">
                <a:solidFill>
                  <a:srgbClr val="263238"/>
                </a:solidFill>
              </a:rPr>
              <a:t>Fehlalarme im Dauerbetrieb über Stunden</a:t>
            </a:r>
          </a:p>
          <a:p>
            <a:pPr algn="l" marL="285750" indent="-285750">
              <a:spcAft>
                <a:spcPts val="800"/>
              </a:spcAft>
              <a:buClr>
                <a:srgbClr val="80BA24"/>
              </a:buClr>
              <a:buChar char="–"/>
            </a:pPr>
            <a:r>
              <a:rPr sz="1500" b="0" i="0">
                <a:solidFill>
                  <a:srgbClr val="263238"/>
                </a:solidFill>
              </a:rPr>
              <a:t>Energiebedarf mit Schlafmodus</a:t>
            </a:r>
          </a:p>
          <a:p>
            <a:pPr algn="l" marL="285750" indent="-285750">
              <a:spcAft>
                <a:spcPts val="800"/>
              </a:spcAft>
              <a:buClr>
                <a:srgbClr val="80BA24"/>
              </a:buClr>
              <a:buChar char="–"/>
            </a:pPr>
            <a:r>
              <a:rPr sz="1500" b="0" i="0">
                <a:solidFill>
                  <a:srgbClr val="263238"/>
                </a:solidFill>
              </a:rPr>
              <a:t>Zwei Sohlen gemeinsam auswerten</a:t>
            </a:r>
          </a:p>
          <a:p>
            <a:pPr algn="l" marL="285750" indent="-285750">
              <a:spcAft>
                <a:spcPts val="800"/>
              </a:spcAft>
              <a:buClr>
                <a:srgbClr val="80BA24"/>
              </a:buClr>
              <a:buChar char="–"/>
            </a:pPr>
            <a:r>
              <a:rPr sz="1500" b="0" i="0">
                <a:solidFill>
                  <a:srgbClr val="263238"/>
                </a:solidFill>
              </a:rPr>
              <a:t>Ältere Menschen als Testpersonen</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Fazit</a:t>
            </a:r>
          </a:p>
        </p:txBody>
      </p:sp>
      <p:sp>
        <p:nvSpPr>
          <p:cNvPr id="4" name="TextBox 3"/>
          <p:cNvSpPr txBox="1"/>
          <p:nvPr/>
        </p:nvSpPr>
        <p:spPr>
          <a:xfrm>
            <a:off x="429768" y="1783080"/>
            <a:ext cx="11247120" cy="3291840"/>
          </a:xfrm>
          <a:prstGeom prst="rect">
            <a:avLst/>
          </a:prstGeom>
          <a:noFill/>
        </p:spPr>
        <p:txBody>
          <a:bodyPr wrap="square" lIns="0" rIns="0" tIns="0" bIns="0" anchor="t">
            <a:spAutoFit/>
          </a:bodyPr>
          <a:lstStyle/>
          <a:p>
            <a:pPr algn="l" marL="285750" indent="-285750">
              <a:spcAft>
                <a:spcPts val="1800"/>
              </a:spcAft>
              <a:buClr>
                <a:srgbClr val="80BA24"/>
              </a:buClr>
              <a:buChar char="–"/>
            </a:pPr>
            <a:r>
              <a:rPr sz="1900" b="1" i="0">
                <a:solidFill>
                  <a:srgbClr val="263238"/>
                </a:solidFill>
              </a:rPr>
              <a:t>Am Fuß ist nicht die Erkennung das Problem, sondern die Fehlalarme. </a:t>
            </a:r>
            <a:r>
              <a:rPr sz="1900" b="0" i="0">
                <a:solidFill>
                  <a:srgbClr val="263238"/>
                </a:solidFill>
              </a:rPr>
              <a:t>Alltagsdaten von der Sohle senken sie um über 90 %.</a:t>
            </a:r>
          </a:p>
          <a:p>
            <a:pPr algn="l" marL="285750" indent="-285750">
              <a:spcAft>
                <a:spcPts val="1800"/>
              </a:spcAft>
              <a:buClr>
                <a:srgbClr val="80BA24"/>
              </a:buClr>
              <a:buChar char="–"/>
            </a:pPr>
            <a:r>
              <a:rPr sz="1900" b="1" i="0">
                <a:solidFill>
                  <a:srgbClr val="263238"/>
                </a:solidFill>
              </a:rPr>
              <a:t>Die Einbaulage war die übersehene Fehlerquelle. </a:t>
            </a:r>
            <a:r>
              <a:rPr sz="1900" b="0" i="0">
                <a:solidFill>
                  <a:srgbClr val="263238"/>
                </a:solidFill>
              </a:rPr>
              <a:t>Selbstkalibrierung und gedrehte Trainingsdaten lösen sie.</a:t>
            </a:r>
          </a:p>
          <a:p>
            <a:pPr algn="l" marL="285750" indent="-285750">
              <a:spcAft>
                <a:spcPts val="1800"/>
              </a:spcAft>
              <a:buClr>
                <a:srgbClr val="80BA24"/>
              </a:buClr>
              <a:buChar char="–"/>
            </a:pPr>
            <a:r>
              <a:rPr sz="1900" b="1" i="0">
                <a:solidFill>
                  <a:srgbClr val="263238"/>
                </a:solidFill>
              </a:rPr>
              <a:t>Ein Grenzwert kann an der Sohle nicht funktionieren. </a:t>
            </a:r>
            <a:r>
              <a:rPr sz="1900" b="0" i="0">
                <a:solidFill>
                  <a:srgbClr val="263238"/>
                </a:solidFill>
              </a:rPr>
              <a:t>Ein Sturz ist dort nicht stärker als Joggen – das CNN bewertet den Verlauf.</a:t>
            </a:r>
          </a:p>
        </p:txBody>
      </p:sp>
      <p:sp>
        <p:nvSpPr>
          <p:cNvPr id="5" name="TextBox 4"/>
          <p:cNvSpPr txBox="1"/>
          <p:nvPr/>
        </p:nvSpPr>
        <p:spPr>
          <a:xfrm>
            <a:off x="429768" y="5120640"/>
            <a:ext cx="11247120" cy="914400"/>
          </a:xfrm>
          <a:prstGeom prst="rect">
            <a:avLst/>
          </a:prstGeom>
          <a:noFill/>
        </p:spPr>
        <p:txBody>
          <a:bodyPr wrap="square" lIns="0" rIns="0" tIns="0" bIns="0" anchor="t">
            <a:spAutoFit/>
          </a:bodyPr>
          <a:lstStyle/>
          <a:p>
            <a:pPr algn="l">
              <a:spcAft>
                <a:spcPts val="800"/>
              </a:spcAft>
            </a:pPr>
            <a:r>
              <a:rPr sz="1400" b="0" i="0">
                <a:solidFill>
                  <a:srgbClr val="4A5C66"/>
                </a:solidFill>
              </a:rPr>
              <a:t>Code, Notebooks, Firmware und Bericht: github.com/Alyelb/ML-Modell-for-Fall-detection</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Vielen Dank – Fragen?</a:t>
            </a:r>
          </a:p>
        </p:txBody>
      </p:sp>
      <p:pic>
        <p:nvPicPr>
          <p:cNvPr id="4" name="Picture 3" descr="foto_platine.jpg"/>
          <p:cNvPicPr>
            <a:picLocks noChangeAspect="1"/>
          </p:cNvPicPr>
          <p:nvPr/>
        </p:nvPicPr>
        <p:blipFill>
          <a:blip r:embed="rId2"/>
          <a:stretch>
            <a:fillRect/>
          </a:stretch>
        </p:blipFill>
        <p:spPr>
          <a:xfrm>
            <a:off x="429768" y="1783080"/>
            <a:ext cx="4348534" cy="3291840"/>
          </a:xfrm>
          <a:prstGeom prst="rect">
            <a:avLst/>
          </a:prstGeom>
        </p:spPr>
      </p:pic>
      <p:sp>
        <p:nvSpPr>
          <p:cNvPr id="5" name="TextBox 4"/>
          <p:cNvSpPr txBox="1"/>
          <p:nvPr/>
        </p:nvSpPr>
        <p:spPr>
          <a:xfrm>
            <a:off x="5486400" y="2194560"/>
            <a:ext cx="6172200" cy="2286000"/>
          </a:xfrm>
          <a:prstGeom prst="rect">
            <a:avLst/>
          </a:prstGeom>
          <a:noFill/>
        </p:spPr>
        <p:txBody>
          <a:bodyPr wrap="square" lIns="0" rIns="0" tIns="0" bIns="0" anchor="t">
            <a:spAutoFit/>
          </a:bodyPr>
          <a:lstStyle/>
          <a:p>
            <a:pPr algn="l">
              <a:spcAft>
                <a:spcPts val="800"/>
              </a:spcAft>
            </a:pPr>
            <a:r>
              <a:rPr sz="1800" b="1" i="0">
                <a:solidFill>
                  <a:srgbClr val="263238"/>
                </a:solidFill>
              </a:rPr>
              <a:t>Aly Elbermawy</a:t>
            </a:r>
          </a:p>
          <a:p>
            <a:pPr algn="l">
              <a:spcAft>
                <a:spcPts val="800"/>
              </a:spcAft>
            </a:pPr>
            <a:r>
              <a:rPr sz="1800" b="0" i="0">
                <a:solidFill>
                  <a:srgbClr val="263238"/>
                </a:solidFill>
              </a:rPr>
              <a:t>aly.elbermawy@m.thm.de</a:t>
            </a:r>
          </a:p>
          <a:p>
            <a:pPr algn="l">
              <a:spcAft>
                <a:spcPts val="800"/>
              </a:spcAft>
            </a:pPr>
            <a:r>
              <a:rPr sz="1800" b="0" i="0">
                <a:solidFill>
                  <a:srgbClr val="263238"/>
                </a:solidFill>
              </a:rPr>
              <a:t>Studienprojekt 2 · THM Campus Friedberg</a:t>
            </a:r>
          </a:p>
        </p:txBody>
      </p:sp>
      <p:sp>
        <p:nvSpPr>
          <p:cNvPr id="4" name="Foliennummernplatzhalter 5"/>
          <p:cNvSpPr>
            <a:spLocks noGrp="1"/>
          </p:cNvSpPr>
          <p:nvPr>
            <p:ph type="sldNum" sz="quarter" idx="10"/>
          </p:nvPr>
        </p:nvSpPr>
        <p:spPr/>
        <p:txBody>
          <a:bodyPr/>
          <a:lstStyle>
            <a:lvl1pPr>
              <a:defRPr/>
            </a:lvl1pPr>
          </a:lstStyle>
          <a:p>
            <a:pPr>
              <a:defRPr/>
            </a:pPr>
            <a:fld id="{B5BCC05E-6BB9-F44C-AA5C-18037A9C729E}" type="slidenum">
              <a:rPr lang="de-DE" altLang="de-DE" smtClean="0"/>
              <a:pPr>
                <a:defRPr/>
              </a:pPr>
              <a:t>‹Nr.›</a:t>
            </a:fld>
            <a:endParaRPr lang="de-DE" altLang="de-DE" dirty="0"/>
          </a:p>
        </p:txBody>
      </p:sp>
    </p:spTree>
  </p:cSld>
  <p:clrMapOvr>
    <a:masterClrMapping/>
  </p:clrMapOvr>
</p:sld>
</file>

<file path=ppt/theme/theme1.xml><?xml version="1.0" encoding="utf-8"?>
<a:theme xmlns:a="http://schemas.openxmlformats.org/drawingml/2006/main" name="THM-Folienmaster">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M-092017" id="{F2E74DBF-A00C-0049-AFFE-E20DFFD05F23}" vid="{9967E0B6-F9B0-0C46-B645-E7DA8BD1490D}"/>
    </a:ext>
  </a:extLst>
</a:theme>
</file>

<file path=ppt/theme/theme2.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THM-092017</Template>
  <TotalTime>0</TotalTime>
  <Words>13</Words>
  <Application>Microsoft Macintosh PowerPoint</Application>
  <PresentationFormat>Breitbild</PresentationFormat>
  <Paragraphs>13</Paragraphs>
  <Slides>14</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14</vt:i4>
      </vt:variant>
    </vt:vector>
  </HeadingPairs>
  <TitlesOfParts>
    <vt:vector size="18" baseType="lpstr">
      <vt:lpstr>Arial</vt:lpstr>
      <vt:lpstr>Calibri</vt:lpstr>
      <vt:lpstr>Wingdings</vt:lpstr>
      <vt:lpstr>THM-Folienmaster</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Olga  Altergot</dc:creator>
  <cp:lastModifiedBy>Olga  Altergot</cp:lastModifiedBy>
  <cp:revision>113</cp:revision>
  <cp:lastPrinted>2017-11-28T10:01:39Z</cp:lastPrinted>
  <dcterms:created xsi:type="dcterms:W3CDTF">2017-11-01T14:34:44Z</dcterms:created>
  <dcterms:modified xsi:type="dcterms:W3CDTF">2020-09-01T06:12:52Z</dcterms:modified>
</cp:coreProperties>
</file>