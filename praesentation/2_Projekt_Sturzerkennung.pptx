
<file path=[Content_Types].xml><?xml version="1.0" encoding="utf-8"?>
<Types xmlns="http://schemas.openxmlformats.org/package/2006/content-types">
  <Default Extension="emf" ContentType="image/x-emf"/>
  <Default Extension="jpeg" ContentType="image/jpeg"/>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handoutMasters/handoutMaster1.xml" ContentType="application/vnd.openxmlformats-officedocument.presentationml.handoutMaster+xml"/>
  <Override PartName="/ppt/media/image2.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6"/>
  </p:notesMasterIdLst>
  <p:handoutMasterIdLst>
    <p:handoutMasterId r:id="rId17"/>
  </p:handoutMasterIdLst>
  <p:sldIdLst>
    <p:sldId id="256" r:id="rId8"/>
    <p:sldId id="257" r:id="rId9"/>
    <p:sldId id="258" r:id="rId10"/>
    <p:sldId id="259" r:id="rId11"/>
    <p:sldId id="260" r:id="rId12"/>
    <p:sldId id="261" r:id="rId13"/>
    <p:sldId id="262" r:id="rId14"/>
    <p:sldId id="263" r:id="rId15"/>
    <p:sldId id="264" r:id="rId7"/>
    <p:sldId id="265" r:id="rId6"/>
    <p:sldId id="266" r:id="rId5"/>
    <p:sldId id="267" r:id="rId4"/>
    <p:sldId id="268" r:id="rId3"/>
    <p:sldId id="269" r:id="rId2"/>
    <p:sldId id="270" r:id="rId22"/>
    <p:sldId id="271" r:id="rId23"/>
    <p:sldId id="272" r:id="rId24"/>
    <p:sldId id="273" r:id="rId25"/>
  </p:sldIdLst>
  <p:sldSz cx="12192000" cy="6858000"/>
  <p:notesSz cx="6858000" cy="9144000"/>
  <p:defaultTextStyle>
    <a:defPPr>
      <a:defRPr lang="de-DE"/>
    </a:defPPr>
    <a:lvl1pPr algn="l" rtl="0" eaLnBrk="0" fontAlgn="base" hangingPunct="0">
      <a:spcBef>
        <a:spcPct val="0"/>
      </a:spcBef>
      <a:spcAft>
        <a:spcPct val="0"/>
      </a:spcAft>
      <a:defRPr kern="1200">
        <a:solidFill>
          <a:schemeClr val="tx1"/>
        </a:solidFill>
        <a:latin typeface="Calibri" charset="0"/>
        <a:ea typeface="MS PGothic" charset="-128"/>
        <a:cs typeface="+mn-cs"/>
      </a:defRPr>
    </a:lvl1pPr>
    <a:lvl2pPr marL="457200" algn="l" rtl="0" eaLnBrk="0" fontAlgn="base" hangingPunct="0">
      <a:spcBef>
        <a:spcPct val="0"/>
      </a:spcBef>
      <a:spcAft>
        <a:spcPct val="0"/>
      </a:spcAft>
      <a:defRPr kern="1200">
        <a:solidFill>
          <a:schemeClr val="tx1"/>
        </a:solidFill>
        <a:latin typeface="Calibri" charset="0"/>
        <a:ea typeface="MS PGothic" charset="-128"/>
        <a:cs typeface="+mn-cs"/>
      </a:defRPr>
    </a:lvl2pPr>
    <a:lvl3pPr marL="914400" algn="l" rtl="0" eaLnBrk="0" fontAlgn="base" hangingPunct="0">
      <a:spcBef>
        <a:spcPct val="0"/>
      </a:spcBef>
      <a:spcAft>
        <a:spcPct val="0"/>
      </a:spcAft>
      <a:defRPr kern="1200">
        <a:solidFill>
          <a:schemeClr val="tx1"/>
        </a:solidFill>
        <a:latin typeface="Calibri" charset="0"/>
        <a:ea typeface="MS PGothic" charset="-128"/>
        <a:cs typeface="+mn-cs"/>
      </a:defRPr>
    </a:lvl3pPr>
    <a:lvl4pPr marL="1371600" algn="l" rtl="0" eaLnBrk="0" fontAlgn="base" hangingPunct="0">
      <a:spcBef>
        <a:spcPct val="0"/>
      </a:spcBef>
      <a:spcAft>
        <a:spcPct val="0"/>
      </a:spcAft>
      <a:defRPr kern="1200">
        <a:solidFill>
          <a:schemeClr val="tx1"/>
        </a:solidFill>
        <a:latin typeface="Calibri" charset="0"/>
        <a:ea typeface="MS PGothic" charset="-128"/>
        <a:cs typeface="+mn-cs"/>
      </a:defRPr>
    </a:lvl4pPr>
    <a:lvl5pPr marL="1828800" algn="l" rtl="0" eaLnBrk="0" fontAlgn="base" hangingPunct="0">
      <a:spcBef>
        <a:spcPct val="0"/>
      </a:spcBef>
      <a:spcAft>
        <a:spcPct val="0"/>
      </a:spcAft>
      <a:defRPr kern="1200">
        <a:solidFill>
          <a:schemeClr val="tx1"/>
        </a:solidFill>
        <a:latin typeface="Calibri" charset="0"/>
        <a:ea typeface="MS PGothic" charset="-128"/>
        <a:cs typeface="+mn-cs"/>
      </a:defRPr>
    </a:lvl5pPr>
    <a:lvl6pPr marL="2286000" algn="l" defTabSz="914400" rtl="0" eaLnBrk="1" latinLnBrk="0" hangingPunct="1">
      <a:defRPr kern="1200">
        <a:solidFill>
          <a:schemeClr val="tx1"/>
        </a:solidFill>
        <a:latin typeface="Calibri" charset="0"/>
        <a:ea typeface="MS PGothic" charset="-128"/>
        <a:cs typeface="+mn-cs"/>
      </a:defRPr>
    </a:lvl6pPr>
    <a:lvl7pPr marL="2743200" algn="l" defTabSz="914400" rtl="0" eaLnBrk="1" latinLnBrk="0" hangingPunct="1">
      <a:defRPr kern="1200">
        <a:solidFill>
          <a:schemeClr val="tx1"/>
        </a:solidFill>
        <a:latin typeface="Calibri" charset="0"/>
        <a:ea typeface="MS PGothic" charset="-128"/>
        <a:cs typeface="+mn-cs"/>
      </a:defRPr>
    </a:lvl7pPr>
    <a:lvl8pPr marL="3200400" algn="l" defTabSz="914400" rtl="0" eaLnBrk="1" latinLnBrk="0" hangingPunct="1">
      <a:defRPr kern="1200">
        <a:solidFill>
          <a:schemeClr val="tx1"/>
        </a:solidFill>
        <a:latin typeface="Calibri" charset="0"/>
        <a:ea typeface="MS PGothic" charset="-128"/>
        <a:cs typeface="+mn-cs"/>
      </a:defRPr>
    </a:lvl8pPr>
    <a:lvl9pPr marL="3657600" algn="l" defTabSz="914400" rtl="0" eaLnBrk="1" latinLnBrk="0" hangingPunct="1">
      <a:defRPr kern="1200">
        <a:solidFill>
          <a:schemeClr val="tx1"/>
        </a:solidFill>
        <a:latin typeface="Calibri" charset="0"/>
        <a:ea typeface="MS PGothic" charset="-128"/>
        <a:cs typeface="+mn-cs"/>
      </a:defRPr>
    </a:lvl9pPr>
  </p:defaultTextStyle>
  <p:extLst>
    <p:ext uri="{EFAFB233-063F-42B5-8137-9DF3F51BA10A}">
      <p15:sldGuideLst xmlns:p15="http://schemas.microsoft.com/office/powerpoint/2012/main">
        <p15:guide id="1" orient="horz" pos="3884" userDrawn="1">
          <p15:clr>
            <a:srgbClr val="A4A3A4"/>
          </p15:clr>
        </p15:guide>
        <p15:guide id="2" pos="272" userDrawn="1">
          <p15:clr>
            <a:srgbClr val="A4A3A4"/>
          </p15:clr>
        </p15:guide>
        <p15:guide id="3" orient="horz" pos="935" userDrawn="1">
          <p15:clr>
            <a:srgbClr val="A4A3A4"/>
          </p15:clr>
        </p15:guide>
      </p15:sldGuideLst>
    </p:ext>
    <p:ext uri="{2D200454-40CA-4A62-9FC3-DE9A4176ACB9}">
      <p15:notesGuideLst xmlns:p15="http://schemas.microsoft.com/office/powerpoint/2012/main">
        <p15:guide id="1" orient="horz" pos="2880" userDrawn="1">
          <p15:clr>
            <a:srgbClr val="A4A3A4"/>
          </p15:clr>
        </p15:guide>
        <p15:guide id="2" pos="2160" userDrawn="1">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000000"/>
        </p14:laserClr>
      </p:ext>
      <p:ext uri="{2FDB2607-1784-4EEB-B798-7EB5836EED8A}">
        <p14:showMediaCtrls xmlns:p14="http://schemas.microsoft.com/office/powerpoint/2010/main" val="1"/>
      </p:ext>
    </p:extLst>
  </p:showPr>
  <p:clrMru>
    <a:srgbClr val="4A5C66"/>
    <a:srgbClr val="80BA24"/>
    <a:srgbClr val="FFFFFF"/>
    <a:srgbClr val="8996A0"/>
    <a:srgbClr val="BDC4C5"/>
    <a:srgbClr val="DFE5E6"/>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1498"/>
    <p:restoredTop sz="94537"/>
  </p:normalViewPr>
  <p:slideViewPr>
    <p:cSldViewPr showGuides="1">
      <p:cViewPr varScale="1">
        <p:scale>
          <a:sx n="103" d="100"/>
          <a:sy n="103" d="100"/>
        </p:scale>
        <p:origin x="1040" y="176"/>
      </p:cViewPr>
      <p:guideLst>
        <p:guide orient="horz" pos="3884"/>
        <p:guide pos="272"/>
        <p:guide orient="horz" pos="935"/>
      </p:guideLst>
    </p:cSldViewPr>
  </p:slideViewPr>
  <p:outlineViewPr>
    <p:cViewPr>
      <p:scale>
        <a:sx n="33" d="100"/>
        <a:sy n="33" d="100"/>
      </p:scale>
      <p:origin x="0" y="-15736"/>
    </p:cViewPr>
  </p:outlineViewPr>
  <p:notesTextViewPr>
    <p:cViewPr>
      <p:scale>
        <a:sx n="100" d="100"/>
        <a:sy n="100" d="100"/>
      </p:scale>
      <p:origin x="0" y="0"/>
    </p:cViewPr>
  </p:notesTextViewPr>
  <p:sorterViewPr>
    <p:cViewPr>
      <p:scale>
        <a:sx n="100" d="100"/>
        <a:sy n="100" d="100"/>
      </p:scale>
      <p:origin x="0" y="0"/>
    </p:cViewPr>
  </p:sorterViewPr>
  <p:notesViewPr>
    <p:cSldViewPr showGuides="1">
      <p:cViewPr varScale="1">
        <p:scale>
          <a:sx n="125" d="100"/>
          <a:sy n="125" d="100"/>
        </p:scale>
        <p:origin x="4640" y="160"/>
      </p:cViewPr>
      <p:guideLst>
        <p:guide orient="horz" pos="2880"/>
        <p:guide pos="2160"/>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4.xml"/><Relationship Id="rId3" Type="http://schemas.openxmlformats.org/officeDocument/2006/relationships/slide" Target="slides/slide13.xml"/><Relationship Id="rId4" Type="http://schemas.openxmlformats.org/officeDocument/2006/relationships/slide" Target="slides/slide12.xml"/><Relationship Id="rId5" Type="http://schemas.openxmlformats.org/officeDocument/2006/relationships/slide" Target="slides/slide11.xml"/><Relationship Id="rId6" Type="http://schemas.openxmlformats.org/officeDocument/2006/relationships/slide" Target="slides/slide10.xml"/><Relationship Id="rId7" Type="http://schemas.openxmlformats.org/officeDocument/2006/relationships/slide" Target="slides/slide9.xml"/><Relationship Id="rId8" Type="http://schemas.openxmlformats.org/officeDocument/2006/relationships/slide" Target="slides/slide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notesMaster" Target="notesMasters/notesMaster1.xml"/><Relationship Id="rId17" Type="http://schemas.openxmlformats.org/officeDocument/2006/relationships/handoutMaster" Target="handoutMasters/handout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400" b="1">
                <a:solidFill>
                  <a:srgbClr val="263238"/>
                </a:solidFill>
              </a:rPr>
              <a:t>Erkannte Stürze am Schienbein</a:t>
            </a:r>
          </a:p>
        </c:rich>
      </c:tx>
      <c:layout/>
      <c:overlay val="0"/>
    </c:title>
    <c:autoTitleDeleted val="0"/>
    <c:plotArea>
      <c:barChart>
        <c:barDir val="col"/>
        <c:grouping val="clustered"/>
        <c:ser>
          <c:idx val="0"/>
          <c:order val="0"/>
          <c:tx>
            <c:strRef>
              <c:f>Sheet1!$B$1</c:f>
              <c:strCache>
                <c:ptCount val="1"/>
                <c:pt idx="0">
                  <c:v>Sensitivität am Schienbein</c:v>
                </c:pt>
              </c:strCache>
            </c:strRef>
          </c:tx>
          <c:spPr>
            <a:solidFill>
              <a:srgbClr val="80BA24"/>
            </a:solidFill>
          </c:spPr>
          <c:cat>
            <c:strRef>
              <c:f>Sheet1!$A$2:$A$5</c:f>
              <c:strCache>
                <c:ptCount val="4"/>
                <c:pt idx="0">
                  <c:v>nur Hüfte</c:v>
                </c:pt>
                <c:pt idx="1">
                  <c:v>+ Rücken</c:v>
                </c:pt>
                <c:pt idx="2">
                  <c:v>+ Beinstürze</c:v>
                </c:pt>
                <c:pt idx="3">
                  <c:v>+ Sohlen-Alltag
(B2r)</c:v>
                </c:pt>
              </c:strCache>
            </c:strRef>
          </c:cat>
          <c:val>
            <c:numRef>
              <c:f>Sheet1!$B$2:$B$5</c:f>
              <c:numCache>
                <c:formatCode>General</c:formatCode>
                <c:ptCount val="4"/>
                <c:pt idx="0">
                  <c:v>30.2</c:v>
                </c:pt>
                <c:pt idx="1">
                  <c:v>21.5</c:v>
                </c:pt>
                <c:pt idx="2">
                  <c:v>84.3</c:v>
                </c:pt>
                <c:pt idx="3">
                  <c:v>84.0</c:v>
                </c:pt>
              </c:numCache>
            </c:numRef>
          </c:val>
        </c:ser>
        <c:dLbls>
          <c:numFmt formatCode="0&quot;%&quot;" sourceLinked="0"/>
          <c:txPr>
            <a:bodyPr/>
            <a:lstStyle/>
            <a:p>
              <a:pPr>
                <a:defRPr sz="1200">
                  <a:solidFill>
                    <a:srgbClr val="263238"/>
                  </a:solidFill>
                </a:defRPr>
              </a:pPr>
            </a:p>
          </c:txPr>
          <c:dLblPos val="outEnd"/>
          <c:showLegendKey val="0"/>
          <c:showVal val="1"/>
          <c:showCatName val="0"/>
          <c:showSerName val="0"/>
          <c:showPercent val="0"/>
          <c:showBubbleSize val="0"/>
          <c:showLeaderLines val="1"/>
        </c:dLbls>
        <c:gapWidth val="70"/>
        <c:overlap val="-5"/>
        <c:axId val="-2068027336"/>
        <c:axId val="-2113994440"/>
      </c:barChart>
      <c:catAx>
        <c:axId val="-2068027336"/>
        <c:scaling>
          <c:orientation val="minMax"/>
        </c:scaling>
        <c:delete val="0"/>
        <c:axPos val="b"/>
        <c:majorTickMark val="out"/>
        <c:minorTickMark val="none"/>
        <c:tickLblPos val="nextTo"/>
        <c:spPr>
          <a:ln>
            <a:solidFill>
              <a:srgbClr val="BBBBBB"/>
            </a:solidFill>
          </a:ln>
        </c:spPr>
        <c:txPr>
          <a:bodyPr/>
          <a:lstStyle/>
          <a:p>
            <a:pPr>
              <a:defRPr sz="1300"/>
            </a:pPr>
          </a:p>
        </c:txPr>
        <c:crossAx val="-2113994440"/>
        <c:crosses val="autoZero"/>
        <c:auto val="1"/>
        <c:lblAlgn val="ctr"/>
        <c:lblOffset val="100"/>
        <c:noMultiLvlLbl val="0"/>
      </c:catAx>
      <c:valAx>
        <c:axId val="-2113994440"/>
        <c:scaling>
          <c:max val="100.0"/>
          <c:min val="0.0"/>
        </c:scaling>
        <c:delete val="0"/>
        <c:axPos val="l"/>
        <c:majorGridlines>
          <c:spPr>
            <a:ln>
              <a:solidFill>
                <a:srgbClr val="DDDDDD"/>
              </a:solidFill>
            </a:ln>
          </c:spPr>
        </c:majorGridlines>
        <c:numFmt formatCode="0&quot;%&quot;" sourceLinked="0"/>
        <c:majorTickMark val="out"/>
        <c:minorTickMark val="none"/>
        <c:tickLblPos val="nextTo"/>
        <c:spPr>
          <a:ln>
            <a:noFill/>
          </a:ln>
        </c:spPr>
        <c:txPr>
          <a:bodyPr/>
          <a:lstStyle/>
          <a:p>
            <a:pPr>
              <a:defRPr sz="1200"/>
            </a:pPr>
          </a:p>
        </c:txPr>
        <c:crossAx val="-2068027336"/>
        <c:crosses val="autoZero"/>
      </c:valAx>
    </c:plotArea>
    <c:dispBlanksAs val="gap"/>
  </c:chart>
  <c:txPr>
    <a:bodyPr/>
    <a:lstStyle/>
    <a:p>
      <a:pPr>
        <a:defRPr sz="1300">
          <a:solidFill>
            <a:srgbClr val="4A5C66"/>
          </a:solidFill>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400" b="1">
                <a:solidFill>
                  <a:srgbClr val="263238"/>
                </a:solidFill>
              </a:rPr>
              <a:t>Fehlalarme je Stunde an der Sohle</a:t>
            </a:r>
          </a:p>
        </c:rich>
      </c:tx>
      <c:layout/>
      <c:overlay val="0"/>
    </c:title>
    <c:autoTitleDeleted val="0"/>
    <c:plotArea>
      <c:barChart>
        <c:barDir val="col"/>
        <c:grouping val="clustered"/>
        <c:ser>
          <c:idx val="0"/>
          <c:order val="0"/>
          <c:tx>
            <c:strRef>
              <c:f>Sheet1!$B$1</c:f>
              <c:strCache>
                <c:ptCount val="1"/>
                <c:pt idx="0">
                  <c:v>Fehlalarme je Stunde (Smart-Insole)</c:v>
                </c:pt>
              </c:strCache>
            </c:strRef>
          </c:tx>
          <c:spPr>
            <a:solidFill>
              <a:srgbClr val="B3263E"/>
            </a:solidFill>
          </c:spPr>
          <c:cat>
            <c:strRef>
              <c:f>Sheet1!$A$2:$A$4</c:f>
              <c:strCache>
                <c:ptCount val="3"/>
                <c:pt idx="0">
                  <c:v>nur Hüfte</c:v>
                </c:pt>
                <c:pt idx="1">
                  <c:v>+ Beinstürze</c:v>
                </c:pt>
                <c:pt idx="2">
                  <c:v>+ Sohlen-Alltag
(B2r)</c:v>
                </c:pt>
              </c:strCache>
            </c:strRef>
          </c:cat>
          <c:val>
            <c:numRef>
              <c:f>Sheet1!$B$2:$B$4</c:f>
              <c:numCache>
                <c:formatCode>General</c:formatCode>
                <c:ptCount val="3"/>
                <c:pt idx="0">
                  <c:v>101</c:v>
                </c:pt>
                <c:pt idx="1">
                  <c:v>310</c:v>
                </c:pt>
                <c:pt idx="2">
                  <c:v>28</c:v>
                </c:pt>
              </c:numCache>
            </c:numRef>
          </c:val>
        </c:ser>
        <c:dLbls>
          <c:numFmt formatCode="0" sourceLinked="0"/>
          <c:txPr>
            <a:bodyPr/>
            <a:lstStyle/>
            <a:p>
              <a:pPr>
                <a:defRPr sz="1200">
                  <a:solidFill>
                    <a:srgbClr val="263238"/>
                  </a:solidFill>
                </a:defRPr>
              </a:pPr>
            </a:p>
          </c:txPr>
          <c:dLblPos val="outEnd"/>
          <c:showLegendKey val="0"/>
          <c:showVal val="1"/>
          <c:showCatName val="0"/>
          <c:showSerName val="0"/>
          <c:showPercent val="0"/>
          <c:showBubbleSize val="0"/>
          <c:showLeaderLines val="1"/>
        </c:dLbls>
        <c:gapWidth val="70"/>
        <c:overlap val="-5"/>
        <c:axId val="-2068027336"/>
        <c:axId val="-2113994440"/>
      </c:barChart>
      <c:catAx>
        <c:axId val="-2068027336"/>
        <c:scaling>
          <c:orientation val="minMax"/>
        </c:scaling>
        <c:delete val="0"/>
        <c:axPos val="b"/>
        <c:majorTickMark val="out"/>
        <c:minorTickMark val="none"/>
        <c:tickLblPos val="nextTo"/>
        <c:spPr>
          <a:ln>
            <a:solidFill>
              <a:srgbClr val="BBBBBB"/>
            </a:solidFill>
          </a:ln>
        </c:spPr>
        <c:txPr>
          <a:bodyPr/>
          <a:lstStyle/>
          <a:p>
            <a:pPr>
              <a:defRPr sz="1300"/>
            </a:pPr>
          </a:p>
        </c:txPr>
        <c:crossAx val="-2113994440"/>
        <c:crosses val="autoZero"/>
        <c:auto val="1"/>
        <c:lblAlgn val="ctr"/>
        <c:lblOffset val="100"/>
        <c:noMultiLvlLbl val="0"/>
      </c:catAx>
      <c:valAx>
        <c:axId val="-2113994440"/>
        <c:scaling>
          <c:max val="360.0"/>
          <c:min val="0.0"/>
        </c:scaling>
        <c:delete val="0"/>
        <c:axPos val="l"/>
        <c:majorGridlines>
          <c:spPr>
            <a:ln>
              <a:solidFill>
                <a:srgbClr val="DDDDDD"/>
              </a:solidFill>
            </a:ln>
          </c:spPr>
        </c:majorGridlines>
        <c:numFmt formatCode="0" sourceLinked="0"/>
        <c:majorTickMark val="out"/>
        <c:minorTickMark val="none"/>
        <c:tickLblPos val="nextTo"/>
        <c:spPr>
          <a:ln>
            <a:noFill/>
          </a:ln>
        </c:spPr>
        <c:txPr>
          <a:bodyPr/>
          <a:lstStyle/>
          <a:p>
            <a:pPr>
              <a:defRPr sz="1200"/>
            </a:pPr>
          </a:p>
        </c:txPr>
        <c:crossAx val="-2068027336"/>
        <c:crosses val="autoZero"/>
      </c:valAx>
    </c:plotArea>
    <c:dispBlanksAs val="gap"/>
  </c:chart>
  <c:txPr>
    <a:bodyPr/>
    <a:lstStyle/>
    <a:p>
      <a:pPr>
        <a:defRPr sz="1300">
          <a:solidFill>
            <a:srgbClr val="4A5C66"/>
          </a:solidFill>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400" b="1">
                <a:solidFill>
                  <a:srgbClr val="263238"/>
                </a:solidFill>
              </a:rPr>
              <a:t>Erkannte Stürze je Körperseite</a:t>
            </a:r>
          </a:p>
        </c:rich>
      </c:tx>
      <c:layout/>
      <c:overlay val="0"/>
    </c:title>
    <c:autoTitleDeleted val="0"/>
    <c:plotArea>
      <c:barChart>
        <c:barDir val="col"/>
        <c:grouping val="clustered"/>
        <c:ser>
          <c:idx val="0"/>
          <c:order val="0"/>
          <c:tx>
            <c:strRef>
              <c:f>Sheet1!$B$1</c:f>
              <c:strCache>
                <c:ptCount val="1"/>
                <c:pt idx="0">
                  <c:v>links</c:v>
                </c:pt>
              </c:strCache>
            </c:strRef>
          </c:tx>
          <c:spPr>
            <a:solidFill>
              <a:srgbClr val="A9B4BA"/>
            </a:solidFill>
          </c:spPr>
          <c:cat>
            <c:strRef>
              <c:f>Sheet1!$A$2:$A$4</c:f>
              <c:strCache>
                <c:ptCount val="3"/>
                <c:pt idx="0">
                  <c:v>Oberarm</c:v>
                </c:pt>
                <c:pt idx="1">
                  <c:v>Handgelenk</c:v>
                </c:pt>
                <c:pt idx="2">
                  <c:v>Schienbein</c:v>
                </c:pt>
              </c:strCache>
            </c:strRef>
          </c:cat>
          <c:val>
            <c:numRef>
              <c:f>Sheet1!$B$2:$B$4</c:f>
              <c:numCache>
                <c:formatCode>General</c:formatCode>
                <c:ptCount val="3"/>
                <c:pt idx="0">
                  <c:v>5.1</c:v>
                </c:pt>
                <c:pt idx="1">
                  <c:v>13.5</c:v>
                </c:pt>
                <c:pt idx="2">
                  <c:v>12.2</c:v>
                </c:pt>
              </c:numCache>
            </c:numRef>
          </c:val>
        </c:ser>
        <c:ser>
          <c:idx val="1"/>
          <c:order val="1"/>
          <c:tx>
            <c:strRef>
              <c:f>Sheet1!$C$1</c:f>
              <c:strCache>
                <c:ptCount val="1"/>
                <c:pt idx="0">
                  <c:v>links gespiegelt</c:v>
                </c:pt>
              </c:strCache>
            </c:strRef>
          </c:tx>
          <c:spPr>
            <a:solidFill>
              <a:srgbClr val="80BA24"/>
            </a:solidFill>
          </c:spPr>
          <c:cat>
            <c:strRef>
              <c:f>Sheet1!$A$2:$A$4</c:f>
              <c:strCache>
                <c:ptCount val="3"/>
                <c:pt idx="0">
                  <c:v>Oberarm</c:v>
                </c:pt>
                <c:pt idx="1">
                  <c:v>Handgelenk</c:v>
                </c:pt>
                <c:pt idx="2">
                  <c:v>Schienbein</c:v>
                </c:pt>
              </c:strCache>
            </c:strRef>
          </c:cat>
          <c:val>
            <c:numRef>
              <c:f>Sheet1!$C$2:$C$4</c:f>
              <c:numCache>
                <c:formatCode>General</c:formatCode>
                <c:ptCount val="3"/>
                <c:pt idx="0">
                  <c:v>53.8</c:v>
                </c:pt>
                <c:pt idx="1">
                  <c:v>57.5</c:v>
                </c:pt>
                <c:pt idx="2">
                  <c:v>48.3</c:v>
                </c:pt>
              </c:numCache>
            </c:numRef>
          </c:val>
        </c:ser>
        <c:ser>
          <c:idx val="2"/>
          <c:order val="2"/>
          <c:tx>
            <c:strRef>
              <c:f>Sheet1!$D$1</c:f>
              <c:strCache>
                <c:ptCount val="1"/>
                <c:pt idx="0">
                  <c:v>rechts</c:v>
                </c:pt>
              </c:strCache>
            </c:strRef>
          </c:tx>
          <c:spPr>
            <a:solidFill>
              <a:srgbClr val="4A5C66"/>
            </a:solidFill>
          </c:spPr>
          <c:cat>
            <c:strRef>
              <c:f>Sheet1!$A$2:$A$4</c:f>
              <c:strCache>
                <c:ptCount val="3"/>
                <c:pt idx="0">
                  <c:v>Oberarm</c:v>
                </c:pt>
                <c:pt idx="1">
                  <c:v>Handgelenk</c:v>
                </c:pt>
                <c:pt idx="2">
                  <c:v>Schienbein</c:v>
                </c:pt>
              </c:strCache>
            </c:strRef>
          </c:cat>
          <c:val>
            <c:numRef>
              <c:f>Sheet1!$D$2:$D$4</c:f>
              <c:numCache>
                <c:formatCode>General</c:formatCode>
                <c:ptCount val="3"/>
                <c:pt idx="0">
                  <c:v>47.3</c:v>
                </c:pt>
                <c:pt idx="1">
                  <c:v>50.9</c:v>
                </c:pt>
                <c:pt idx="2">
                  <c:v>48.3</c:v>
                </c:pt>
              </c:numCache>
            </c:numRef>
          </c:val>
        </c:ser>
        <c:dLbls>
          <c:numFmt formatCode="0&quot;%&quot;" sourceLinked="0"/>
          <c:txPr>
            <a:bodyPr/>
            <a:lstStyle/>
            <a:p>
              <a:pPr>
                <a:defRPr sz="1200">
                  <a:solidFill>
                    <a:srgbClr val="263238"/>
                  </a:solidFill>
                </a:defRPr>
              </a:pPr>
            </a:p>
          </c:txPr>
          <c:dLblPos val="outEnd"/>
          <c:showLegendKey val="0"/>
          <c:showVal val="1"/>
          <c:showCatName val="0"/>
          <c:showSerName val="0"/>
          <c:showPercent val="0"/>
          <c:showBubbleSize val="0"/>
          <c:showLeaderLines val="1"/>
        </c:dLbls>
        <c:gapWidth val="70"/>
        <c:overlap val="-5"/>
        <c:axId val="-2068027336"/>
        <c:axId val="-2113994440"/>
      </c:barChart>
      <c:catAx>
        <c:axId val="-2068027336"/>
        <c:scaling>
          <c:orientation val="minMax"/>
        </c:scaling>
        <c:delete val="0"/>
        <c:axPos val="b"/>
        <c:majorTickMark val="out"/>
        <c:minorTickMark val="none"/>
        <c:tickLblPos val="nextTo"/>
        <c:spPr>
          <a:ln>
            <a:solidFill>
              <a:srgbClr val="BBBBBB"/>
            </a:solidFill>
          </a:ln>
        </c:spPr>
        <c:txPr>
          <a:bodyPr/>
          <a:lstStyle/>
          <a:p>
            <a:pPr>
              <a:defRPr sz="1300"/>
            </a:pPr>
          </a:p>
        </c:txPr>
        <c:crossAx val="-2113994440"/>
        <c:crosses val="autoZero"/>
        <c:auto val="1"/>
        <c:lblAlgn val="ctr"/>
        <c:lblOffset val="100"/>
        <c:noMultiLvlLbl val="0"/>
      </c:catAx>
      <c:valAx>
        <c:axId val="-2113994440"/>
        <c:scaling>
          <c:max val="70.0"/>
          <c:min val="0.0"/>
        </c:scaling>
        <c:delete val="0"/>
        <c:axPos val="l"/>
        <c:majorGridlines>
          <c:spPr>
            <a:ln>
              <a:solidFill>
                <a:srgbClr val="DDDDDD"/>
              </a:solidFill>
            </a:ln>
          </c:spPr>
        </c:majorGridlines>
        <c:numFmt formatCode="0&quot;%&quot;" sourceLinked="0"/>
        <c:majorTickMark val="out"/>
        <c:minorTickMark val="none"/>
        <c:tickLblPos val="nextTo"/>
        <c:spPr>
          <a:ln>
            <a:noFill/>
          </a:ln>
        </c:spPr>
        <c:txPr>
          <a:bodyPr/>
          <a:lstStyle/>
          <a:p>
            <a:pPr>
              <a:defRPr sz="1200"/>
            </a:pPr>
          </a:p>
        </c:txPr>
        <c:crossAx val="-2068027336"/>
        <c:crosses val="autoZero"/>
      </c:valAx>
    </c:plotArea>
    <c:legend>
      <c:legendPos val="t"/>
      <c:overlay val="0"/>
      <c:txPr>
        <a:bodyPr/>
        <a:lstStyle/>
        <a:p>
          <a:pPr>
            <a:defRPr sz="1300"/>
          </a:pPr>
        </a:p>
      </c:txPr>
    </c:legend>
    <c:dispBlanksAs val="gap"/>
  </c:chart>
  <c:txPr>
    <a:bodyPr/>
    <a:lstStyle/>
    <a:p>
      <a:pPr>
        <a:defRPr sz="1300">
          <a:solidFill>
            <a:srgbClr val="4A5C66"/>
          </a:solidFill>
        </a:defRPr>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400" b="1">
                <a:solidFill>
                  <a:srgbClr val="263238"/>
                </a:solidFill>
              </a:rPr>
              <a:t>Höchste Beschleunigung an der Sohle</a:t>
            </a:r>
          </a:p>
        </c:rich>
      </c:tx>
      <c:layout/>
      <c:overlay val="0"/>
    </c:title>
    <c:autoTitleDeleted val="0"/>
    <c:plotArea>
      <c:barChart>
        <c:barDir val="col"/>
        <c:grouping val="clustered"/>
        <c:ser>
          <c:idx val="0"/>
          <c:order val="0"/>
          <c:tx>
            <c:strRef>
              <c:f>Sheet1!$B$1</c:f>
              <c:strCache>
                <c:ptCount val="1"/>
                <c:pt idx="0">
                  <c:v>rechte Sohle</c:v>
                </c:pt>
              </c:strCache>
            </c:strRef>
          </c:tx>
          <c:spPr>
            <a:solidFill>
              <a:srgbClr val="4A5C66"/>
            </a:solidFill>
          </c:spPr>
          <c:cat>
            <c:strRef>
              <c:f>Sheet1!$A$2:$A$6</c:f>
              <c:strCache>
                <c:ptCount val="5"/>
                <c:pt idx="0">
                  <c:v>stärkste
Alltagsbew.</c:v>
                </c:pt>
                <c:pt idx="1">
                  <c:v>seitlich</c:v>
                </c:pt>
                <c:pt idx="2">
                  <c:v>rückwärts</c:v>
                </c:pt>
                <c:pt idx="3">
                  <c:v>Knie</c:v>
                </c:pt>
                <c:pt idx="4">
                  <c:v>vorwärts</c:v>
                </c:pt>
              </c:strCache>
            </c:strRef>
          </c:cat>
          <c:val>
            <c:numRef>
              <c:f>Sheet1!$B$2:$B$6</c:f>
              <c:numCache>
                <c:formatCode>General</c:formatCode>
                <c:ptCount val="5"/>
                <c:pt idx="0">
                  <c:v>6.51</c:v>
                </c:pt>
                <c:pt idx="1">
                  <c:v>5.35</c:v>
                </c:pt>
                <c:pt idx="2">
                  <c:v>3.98</c:v>
                </c:pt>
                <c:pt idx="3">
                  <c:v>3.47</c:v>
                </c:pt>
                <c:pt idx="4">
                  <c:v>2.3</c:v>
                </c:pt>
              </c:numCache>
            </c:numRef>
          </c:val>
        </c:ser>
        <c:ser>
          <c:idx val="1"/>
          <c:order val="1"/>
          <c:tx>
            <c:strRef>
              <c:f>Sheet1!$C$1</c:f>
              <c:strCache>
                <c:ptCount val="1"/>
                <c:pt idx="0">
                  <c:v>linke Sohle</c:v>
                </c:pt>
              </c:strCache>
            </c:strRef>
          </c:tx>
          <c:spPr>
            <a:solidFill>
              <a:srgbClr val="80BA24"/>
            </a:solidFill>
          </c:spPr>
          <c:cat>
            <c:strRef>
              <c:f>Sheet1!$A$2:$A$6</c:f>
              <c:strCache>
                <c:ptCount val="5"/>
                <c:pt idx="0">
                  <c:v>stärkste
Alltagsbew.</c:v>
                </c:pt>
                <c:pt idx="1">
                  <c:v>seitlich</c:v>
                </c:pt>
                <c:pt idx="2">
                  <c:v>rückwärts</c:v>
                </c:pt>
                <c:pt idx="3">
                  <c:v>Knie</c:v>
                </c:pt>
                <c:pt idx="4">
                  <c:v>vorwärts</c:v>
                </c:pt>
              </c:strCache>
            </c:strRef>
          </c:cat>
          <c:val>
            <c:numRef>
              <c:f>Sheet1!$C$2:$C$6</c:f>
              <c:numCache>
                <c:formatCode>General</c:formatCode>
                <c:ptCount val="5"/>
                <c:pt idx="0">
                  <c:v>7.68</c:v>
                </c:pt>
                <c:pt idx="1">
                  <c:v>4.11</c:v>
                </c:pt>
                <c:pt idx="2">
                  <c:v>4.65</c:v>
                </c:pt>
                <c:pt idx="3">
                  <c:v>5.69</c:v>
                </c:pt>
                <c:pt idx="4">
                  <c:v>3.53</c:v>
                </c:pt>
              </c:numCache>
            </c:numRef>
          </c:val>
        </c:ser>
        <c:dLbls>
          <c:numFmt formatCode="0.0&quot; g&quot;" sourceLinked="0"/>
          <c:txPr>
            <a:bodyPr/>
            <a:lstStyle/>
            <a:p>
              <a:pPr>
                <a:defRPr sz="1200">
                  <a:solidFill>
                    <a:srgbClr val="263238"/>
                  </a:solidFill>
                </a:defRPr>
              </a:pPr>
            </a:p>
          </c:txPr>
          <c:dLblPos val="outEnd"/>
          <c:showLegendKey val="0"/>
          <c:showVal val="1"/>
          <c:showCatName val="0"/>
          <c:showSerName val="0"/>
          <c:showPercent val="0"/>
          <c:showBubbleSize val="0"/>
          <c:showLeaderLines val="1"/>
        </c:dLbls>
        <c:gapWidth val="70"/>
        <c:overlap val="-5"/>
        <c:axId val="-2068027336"/>
        <c:axId val="-2113994440"/>
      </c:barChart>
      <c:catAx>
        <c:axId val="-2068027336"/>
        <c:scaling>
          <c:orientation val="minMax"/>
        </c:scaling>
        <c:delete val="0"/>
        <c:axPos val="b"/>
        <c:majorTickMark val="out"/>
        <c:minorTickMark val="none"/>
        <c:tickLblPos val="nextTo"/>
        <c:spPr>
          <a:ln>
            <a:solidFill>
              <a:srgbClr val="BBBBBB"/>
            </a:solidFill>
          </a:ln>
        </c:spPr>
        <c:txPr>
          <a:bodyPr/>
          <a:lstStyle/>
          <a:p>
            <a:pPr>
              <a:defRPr sz="1300"/>
            </a:pPr>
          </a:p>
        </c:txPr>
        <c:crossAx val="-2113994440"/>
        <c:crosses val="autoZero"/>
        <c:auto val="1"/>
        <c:lblAlgn val="ctr"/>
        <c:lblOffset val="100"/>
        <c:noMultiLvlLbl val="0"/>
      </c:catAx>
      <c:valAx>
        <c:axId val="-2113994440"/>
        <c:scaling>
          <c:max val="9.0"/>
          <c:min val="0.0"/>
        </c:scaling>
        <c:delete val="0"/>
        <c:axPos val="l"/>
        <c:majorGridlines>
          <c:spPr>
            <a:ln>
              <a:solidFill>
                <a:srgbClr val="DDDDDD"/>
              </a:solidFill>
            </a:ln>
          </c:spPr>
        </c:majorGridlines>
        <c:numFmt formatCode="0.0&quot; g&quot;" sourceLinked="0"/>
        <c:majorTickMark val="out"/>
        <c:minorTickMark val="none"/>
        <c:tickLblPos val="nextTo"/>
        <c:spPr>
          <a:ln>
            <a:noFill/>
          </a:ln>
        </c:spPr>
        <c:txPr>
          <a:bodyPr/>
          <a:lstStyle/>
          <a:p>
            <a:pPr>
              <a:defRPr sz="1200"/>
            </a:pPr>
          </a:p>
        </c:txPr>
        <c:crossAx val="-2068027336"/>
        <c:crosses val="autoZero"/>
      </c:valAx>
    </c:plotArea>
    <c:legend>
      <c:legendPos val="t"/>
      <c:overlay val="0"/>
      <c:txPr>
        <a:bodyPr/>
        <a:lstStyle/>
        <a:p>
          <a:pPr>
            <a:defRPr sz="1300"/>
          </a:pPr>
        </a:p>
      </c:txPr>
    </c:legend>
    <c:dispBlanksAs val="gap"/>
  </c:chart>
  <c:txPr>
    <a:bodyPr/>
    <a:lstStyle/>
    <a:p>
      <a:pPr>
        <a:defRPr sz="1300">
          <a:solidFill>
            <a:srgbClr val="4A5C66"/>
          </a:solidFill>
        </a:defRPr>
      </a:pPr>
      <a:endParaRPr lang="en-US"/>
    </a:p>
  </c:txPr>
  <c:externalData r:id="rId1">
    <c:autoUpdate val="0"/>
  </c:externalData>
</c:chartSpace>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2971800" cy="458788"/>
          </a:xfrm>
          <a:prstGeom prst="rect">
            <a:avLst/>
          </a:prstGeom>
        </p:spPr>
        <p:txBody>
          <a:bodyPr vert="horz" wrap="square" lIns="91440" tIns="45720" rIns="91440" bIns="45720" numCol="1" anchor="t" anchorCtr="0" compatLnSpc="1">
            <a:prstTxWarp prst="textNoShape">
              <a:avLst/>
            </a:prstTxWarp>
          </a:bodyPr>
          <a:lstStyle>
            <a:lvl1pPr eaLnBrk="1" hangingPunct="1">
              <a:defRPr sz="1200">
                <a:latin typeface="Calibri" charset="0"/>
                <a:ea typeface="ＭＳ Ｐゴシック" charset="0"/>
                <a:cs typeface="ＭＳ Ｐゴシック" charset="0"/>
              </a:defRPr>
            </a:lvl1pPr>
          </a:lstStyle>
          <a:p>
            <a:pPr>
              <a:defRPr/>
            </a:pPr>
            <a:endParaRPr lang="de-DE"/>
          </a:p>
        </p:txBody>
      </p:sp>
      <p:sp>
        <p:nvSpPr>
          <p:cNvPr id="3" name="Datumsplatzhalter 2"/>
          <p:cNvSpPr>
            <a:spLocks noGrp="1"/>
          </p:cNvSpPr>
          <p:nvPr>
            <p:ph type="dt" sz="quarter" idx="1"/>
          </p:nvPr>
        </p:nvSpPr>
        <p:spPr>
          <a:xfrm>
            <a:off x="3884613" y="0"/>
            <a:ext cx="2971800" cy="458788"/>
          </a:xfrm>
          <a:prstGeom prst="rect">
            <a:avLst/>
          </a:prstGeom>
        </p:spPr>
        <p:txBody>
          <a:bodyPr vert="horz" wrap="square" lIns="91440" tIns="45720" rIns="91440" bIns="45720" numCol="1" anchor="t" anchorCtr="0" compatLnSpc="1">
            <a:prstTxWarp prst="textNoShape">
              <a:avLst/>
            </a:prstTxWarp>
          </a:bodyPr>
          <a:lstStyle>
            <a:lvl1pPr algn="r" eaLnBrk="1" hangingPunct="1">
              <a:defRPr sz="1200"/>
            </a:lvl1pPr>
          </a:lstStyle>
          <a:p>
            <a:pPr>
              <a:defRPr/>
            </a:pPr>
            <a:fld id="{37549A58-65A2-1C4E-BD33-6061F52BCE58}" type="datetimeFigureOut">
              <a:rPr lang="de-DE" altLang="de-DE"/>
              <a:pPr>
                <a:defRPr/>
              </a:pPr>
              <a:t>01.09.20</a:t>
            </a:fld>
            <a:endParaRPr lang="de-DE" altLang="de-DE"/>
          </a:p>
        </p:txBody>
      </p:sp>
      <p:sp>
        <p:nvSpPr>
          <p:cNvPr id="4" name="Fußzeilenplatzhalter 3"/>
          <p:cNvSpPr>
            <a:spLocks noGrp="1"/>
          </p:cNvSpPr>
          <p:nvPr>
            <p:ph type="ftr" sz="quarter" idx="2"/>
          </p:nvPr>
        </p:nvSpPr>
        <p:spPr>
          <a:xfrm>
            <a:off x="0" y="8685213"/>
            <a:ext cx="2971800" cy="458787"/>
          </a:xfrm>
          <a:prstGeom prst="rect">
            <a:avLst/>
          </a:prstGeom>
        </p:spPr>
        <p:txBody>
          <a:bodyPr vert="horz" wrap="square" lIns="91440" tIns="45720" rIns="91440" bIns="45720" numCol="1" anchor="b" anchorCtr="0" compatLnSpc="1">
            <a:prstTxWarp prst="textNoShape">
              <a:avLst/>
            </a:prstTxWarp>
          </a:bodyPr>
          <a:lstStyle>
            <a:lvl1pPr eaLnBrk="1" hangingPunct="1">
              <a:defRPr sz="1200">
                <a:latin typeface="Calibri" charset="0"/>
                <a:ea typeface="ＭＳ Ｐゴシック" charset="0"/>
                <a:cs typeface="ＭＳ Ｐゴシック" charset="0"/>
              </a:defRPr>
            </a:lvl1pPr>
          </a:lstStyle>
          <a:p>
            <a:pPr>
              <a:defRPr/>
            </a:pPr>
            <a:endParaRPr lang="de-DE"/>
          </a:p>
        </p:txBody>
      </p:sp>
      <p:sp>
        <p:nvSpPr>
          <p:cNvPr id="5" name="Foliennummernplatzhalter 4"/>
          <p:cNvSpPr>
            <a:spLocks noGrp="1"/>
          </p:cNvSpPr>
          <p:nvPr>
            <p:ph type="sldNum" sz="quarter" idx="3"/>
          </p:nvPr>
        </p:nvSpPr>
        <p:spPr>
          <a:xfrm>
            <a:off x="3884613" y="8685213"/>
            <a:ext cx="2971800" cy="458787"/>
          </a:xfrm>
          <a:prstGeom prst="rect">
            <a:avLst/>
          </a:prstGeom>
        </p:spPr>
        <p:txBody>
          <a:bodyPr vert="horz" wrap="square" lIns="91440" tIns="45720" rIns="91440" bIns="45720" numCol="1" anchor="b" anchorCtr="0" compatLnSpc="1">
            <a:prstTxWarp prst="textNoShape">
              <a:avLst/>
            </a:prstTxWarp>
          </a:bodyPr>
          <a:lstStyle>
            <a:lvl1pPr algn="r" eaLnBrk="1" hangingPunct="1">
              <a:defRPr sz="1200"/>
            </a:lvl1pPr>
          </a:lstStyle>
          <a:p>
            <a:pPr>
              <a:defRPr/>
            </a:pPr>
            <a:fld id="{3A2CBF72-E928-E147-A1D9-782F6DF0FEAB}" type="slidenum">
              <a:rPr lang="de-DE" altLang="de-DE"/>
              <a:pPr>
                <a:defRPr/>
              </a:pPr>
              <a:t>‹Nr.›</a:t>
            </a:fld>
            <a:endParaRPr lang="de-DE" altLang="de-DE"/>
          </a:p>
        </p:txBody>
      </p:sp>
    </p:spTree>
    <p:extLst>
      <p:ext uri="{BB962C8B-B14F-4D97-AF65-F5344CB8AC3E}">
        <p14:creationId xmlns:p14="http://schemas.microsoft.com/office/powerpoint/2010/main" val="211665422"/>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0482" name="Rectangle 2"/>
          <p:cNvSpPr>
            <a:spLocks noGrp="1" noChangeArrowheads="1"/>
          </p:cNvSpPr>
          <p:nvPr>
            <p:ph type="hdr" sz="quarter"/>
          </p:nvPr>
        </p:nvSpPr>
        <p:spPr bwMode="auto">
          <a:xfrm>
            <a:off x="0" y="0"/>
            <a:ext cx="2971800" cy="457200"/>
          </a:xfrm>
          <a:prstGeom prst="rect">
            <a:avLst/>
          </a:prstGeom>
          <a:noFill/>
          <a:ln>
            <a:noFill/>
          </a:ln>
          <a:effectLst/>
        </p:spPr>
        <p:txBody>
          <a:bodyPr vert="horz" wrap="square" lIns="91440" tIns="45720" rIns="91440" bIns="45720" numCol="1" anchor="t" anchorCtr="0" compatLnSpc="1">
            <a:prstTxWarp prst="textNoShape">
              <a:avLst/>
            </a:prstTxWarp>
          </a:bodyPr>
          <a:lstStyle>
            <a:lvl1pPr eaLnBrk="1" hangingPunct="1">
              <a:defRPr sz="1200">
                <a:latin typeface="Calibri" charset="0"/>
                <a:ea typeface="ＭＳ Ｐゴシック" charset="0"/>
                <a:cs typeface="Arial" charset="0"/>
              </a:defRPr>
            </a:lvl1pPr>
          </a:lstStyle>
          <a:p>
            <a:pPr>
              <a:defRPr/>
            </a:pPr>
            <a:endParaRPr lang="de-DE"/>
          </a:p>
        </p:txBody>
      </p:sp>
      <p:sp>
        <p:nvSpPr>
          <p:cNvPr id="20483" name="Rectangle 3"/>
          <p:cNvSpPr>
            <a:spLocks noGrp="1" noChangeArrowheads="1"/>
          </p:cNvSpPr>
          <p:nvPr>
            <p:ph type="dt" idx="1"/>
          </p:nvPr>
        </p:nvSpPr>
        <p:spPr bwMode="auto">
          <a:xfrm>
            <a:off x="3884613" y="0"/>
            <a:ext cx="2971800" cy="457200"/>
          </a:xfrm>
          <a:prstGeom prst="rect">
            <a:avLst/>
          </a:prstGeom>
          <a:noFill/>
          <a:ln>
            <a:noFill/>
          </a:ln>
          <a:effectLst/>
        </p:spPr>
        <p:txBody>
          <a:bodyPr vert="horz" wrap="square" lIns="91440" tIns="45720" rIns="91440" bIns="45720" numCol="1" anchor="t" anchorCtr="0" compatLnSpc="1">
            <a:prstTxWarp prst="textNoShape">
              <a:avLst/>
            </a:prstTxWarp>
          </a:bodyPr>
          <a:lstStyle>
            <a:lvl1pPr algn="r" eaLnBrk="1" hangingPunct="1">
              <a:defRPr sz="1200"/>
            </a:lvl1pPr>
          </a:lstStyle>
          <a:p>
            <a:pPr>
              <a:defRPr/>
            </a:pPr>
            <a:fld id="{8B8FA84D-43F1-B541-9232-7D50279E8043}" type="datetimeFigureOut">
              <a:rPr lang="de-DE" altLang="de-DE"/>
              <a:pPr>
                <a:defRPr/>
              </a:pPr>
              <a:t>01.09.20</a:t>
            </a:fld>
            <a:endParaRPr lang="de-DE" altLang="de-DE"/>
          </a:p>
        </p:txBody>
      </p:sp>
      <p:sp>
        <p:nvSpPr>
          <p:cNvPr id="17412" name="Rectangle 4"/>
          <p:cNvSpPr>
            <a:spLocks noGrp="1" noRot="1" noChangeAspect="1" noChangeArrowheads="1" noTextEdit="1"/>
          </p:cNvSpPr>
          <p:nvPr>
            <p:ph type="sldImg" idx="2"/>
          </p:nvPr>
        </p:nvSpPr>
        <p:spPr bwMode="auto">
          <a:xfrm>
            <a:off x="381000" y="685800"/>
            <a:ext cx="6096000" cy="3429000"/>
          </a:xfrm>
          <a:prstGeom prst="rect">
            <a:avLst/>
          </a:prstGeom>
          <a:noFill/>
          <a:ln w="9525">
            <a:solidFill>
              <a:srgbClr val="000000"/>
            </a:solidFill>
            <a:miter lim="800000"/>
            <a:headEnd/>
            <a:tailEnd/>
          </a:ln>
          <a:extLst>
            <a:ext uri="{909E8E84-426E-40DD-AFC4-6F175D3DCCD1}">
              <a14:hiddenFill xmlns:a14="http://schemas.microsoft.com/office/drawing/2010/main">
                <a:solidFill>
                  <a:srgbClr val="FFFFFF"/>
                </a:solidFill>
              </a14:hiddenFill>
            </a:ext>
            <a:ext uri="{FAA26D3D-D897-4be2-8F04-BA451C77F1D7}">
              <ma14:placeholderFlag xmlns="" xmlns:ma14="http://schemas.microsoft.com/office/mac/drawingml/2011/main" val="1"/>
            </a:ext>
          </a:extLst>
        </p:spPr>
      </p:sp>
      <p:sp>
        <p:nvSpPr>
          <p:cNvPr id="20485" name="Rectangle 5"/>
          <p:cNvSpPr>
            <a:spLocks noGrp="1" noChangeArrowheads="1"/>
          </p:cNvSpPr>
          <p:nvPr>
            <p:ph type="body" sz="quarter" idx="3"/>
          </p:nvPr>
        </p:nvSpPr>
        <p:spPr bwMode="auto">
          <a:xfrm>
            <a:off x="685800" y="4343400"/>
            <a:ext cx="5486400" cy="4114800"/>
          </a:xfrm>
          <a:prstGeom prst="rect">
            <a:avLst/>
          </a:prstGeom>
          <a:noFill/>
          <a:ln>
            <a:noFill/>
          </a:ln>
          <a:effectLst/>
        </p:spPr>
        <p:txBody>
          <a:bodyPr vert="horz" wrap="square" lIns="91440" tIns="45720" rIns="91440" bIns="45720" numCol="1" anchor="t" anchorCtr="0" compatLnSpc="1">
            <a:prstTxWarp prst="textNoShape">
              <a:avLst/>
            </a:prstTxWarp>
          </a:bodyPr>
          <a:lstStyle/>
          <a:p>
            <a:pPr lvl="0"/>
            <a:r>
              <a:rPr lang="de-DE" altLang="de-DE" noProof="0"/>
              <a:t>Textmasterformate durch Klicken bearbeiten</a:t>
            </a:r>
          </a:p>
          <a:p>
            <a:pPr lvl="1"/>
            <a:r>
              <a:rPr lang="de-DE" altLang="de-DE" noProof="0"/>
              <a:t>Zweite Ebene</a:t>
            </a:r>
          </a:p>
          <a:p>
            <a:pPr lvl="2"/>
            <a:r>
              <a:rPr lang="de-DE" altLang="de-DE" noProof="0"/>
              <a:t>Dritte Ebene</a:t>
            </a:r>
          </a:p>
          <a:p>
            <a:pPr lvl="3"/>
            <a:r>
              <a:rPr lang="de-DE" altLang="de-DE" noProof="0"/>
              <a:t>Vierte Ebene</a:t>
            </a:r>
          </a:p>
          <a:p>
            <a:pPr lvl="4"/>
            <a:r>
              <a:rPr lang="de-DE" altLang="de-DE" noProof="0"/>
              <a:t>Fünfte Ebene</a:t>
            </a:r>
          </a:p>
        </p:txBody>
      </p:sp>
      <p:sp>
        <p:nvSpPr>
          <p:cNvPr id="20486" name="Rectangle 6"/>
          <p:cNvSpPr>
            <a:spLocks noGrp="1" noChangeArrowheads="1"/>
          </p:cNvSpPr>
          <p:nvPr>
            <p:ph type="ftr" sz="quarter" idx="4"/>
          </p:nvPr>
        </p:nvSpPr>
        <p:spPr bwMode="auto">
          <a:xfrm>
            <a:off x="0" y="8685213"/>
            <a:ext cx="2971800" cy="457200"/>
          </a:xfrm>
          <a:prstGeom prst="rect">
            <a:avLst/>
          </a:prstGeom>
          <a:noFill/>
          <a:ln>
            <a:noFill/>
          </a:ln>
          <a:effectLst/>
        </p:spPr>
        <p:txBody>
          <a:bodyPr vert="horz" wrap="square" lIns="91440" tIns="45720" rIns="91440" bIns="45720" numCol="1" anchor="b" anchorCtr="0" compatLnSpc="1">
            <a:prstTxWarp prst="textNoShape">
              <a:avLst/>
            </a:prstTxWarp>
          </a:bodyPr>
          <a:lstStyle>
            <a:lvl1pPr eaLnBrk="1" hangingPunct="1">
              <a:defRPr sz="1200">
                <a:latin typeface="Calibri" charset="0"/>
                <a:ea typeface="ＭＳ Ｐゴシック" charset="0"/>
                <a:cs typeface="Arial" charset="0"/>
              </a:defRPr>
            </a:lvl1pPr>
          </a:lstStyle>
          <a:p>
            <a:pPr>
              <a:defRPr/>
            </a:pPr>
            <a:endParaRPr lang="de-DE"/>
          </a:p>
        </p:txBody>
      </p:sp>
      <p:sp>
        <p:nvSpPr>
          <p:cNvPr id="20487" name="Rectangle 7"/>
          <p:cNvSpPr>
            <a:spLocks noGrp="1" noChangeArrowheads="1"/>
          </p:cNvSpPr>
          <p:nvPr>
            <p:ph type="sldNum" sz="quarter" idx="5"/>
          </p:nvPr>
        </p:nvSpPr>
        <p:spPr bwMode="auto">
          <a:xfrm>
            <a:off x="3884613" y="8685213"/>
            <a:ext cx="2971800" cy="457200"/>
          </a:xfrm>
          <a:prstGeom prst="rect">
            <a:avLst/>
          </a:prstGeom>
          <a:noFill/>
          <a:ln>
            <a:noFill/>
          </a:ln>
          <a:effectLst/>
        </p:spPr>
        <p:txBody>
          <a:bodyPr vert="horz" wrap="square" lIns="91440" tIns="45720" rIns="91440" bIns="45720" numCol="1" anchor="b" anchorCtr="0" compatLnSpc="1">
            <a:prstTxWarp prst="textNoShape">
              <a:avLst/>
            </a:prstTxWarp>
          </a:bodyPr>
          <a:lstStyle>
            <a:lvl1pPr algn="r" eaLnBrk="1" hangingPunct="1">
              <a:defRPr sz="1200"/>
            </a:lvl1pPr>
          </a:lstStyle>
          <a:p>
            <a:pPr>
              <a:defRPr/>
            </a:pPr>
            <a:fld id="{179F7848-E2AA-B947-8B0B-A0FBC6F783BE}" type="slidenum">
              <a:rPr lang="de-DE" altLang="de-DE"/>
              <a:pPr>
                <a:defRPr/>
              </a:pPr>
              <a:t>‹Nr.›</a:t>
            </a:fld>
            <a:endParaRPr lang="de-DE" altLang="de-DE"/>
          </a:p>
        </p:txBody>
      </p:sp>
    </p:spTree>
    <p:extLst>
      <p:ext uri="{BB962C8B-B14F-4D97-AF65-F5344CB8AC3E}">
        <p14:creationId xmlns:p14="http://schemas.microsoft.com/office/powerpoint/2010/main" val="906036446"/>
      </p:ext>
    </p:extLst>
  </p:cSld>
  <p:clrMap bg1="lt1" tx1="dk1" bg2="lt2" tx2="dk2" accent1="accent1" accent2="accent2" accent3="accent3" accent4="accent4" accent5="accent5" accent6="accent6" hlink="hlink" folHlink="folHlink"/>
  <p:notesStyle>
    <a:lvl1pPr algn="l" rtl="0" eaLnBrk="0" fontAlgn="base" hangingPunct="0">
      <a:spcBef>
        <a:spcPct val="30000"/>
      </a:spcBef>
      <a:spcAft>
        <a:spcPct val="0"/>
      </a:spcAft>
      <a:defRPr sz="1200" kern="1200">
        <a:solidFill>
          <a:schemeClr val="tx1"/>
        </a:solidFill>
        <a:latin typeface="Calibri" pitchFamily="34" charset="0"/>
        <a:ea typeface="MS PGothic" pitchFamily="34" charset="-128"/>
        <a:cs typeface="MS PGothic" charset="0"/>
      </a:defRPr>
    </a:lvl1pPr>
    <a:lvl2pPr marL="457200" algn="l" rtl="0" eaLnBrk="0" fontAlgn="base" hangingPunct="0">
      <a:spcBef>
        <a:spcPct val="30000"/>
      </a:spcBef>
      <a:spcAft>
        <a:spcPct val="0"/>
      </a:spcAft>
      <a:defRPr sz="1200" kern="1200">
        <a:solidFill>
          <a:schemeClr val="tx1"/>
        </a:solidFill>
        <a:latin typeface="Calibri" pitchFamily="34" charset="0"/>
        <a:ea typeface="MS PGothic" pitchFamily="34" charset="-128"/>
        <a:cs typeface="MS PGothic" charset="0"/>
      </a:defRPr>
    </a:lvl2pPr>
    <a:lvl3pPr marL="914400" algn="l" rtl="0" eaLnBrk="0" fontAlgn="base" hangingPunct="0">
      <a:spcBef>
        <a:spcPct val="30000"/>
      </a:spcBef>
      <a:spcAft>
        <a:spcPct val="0"/>
      </a:spcAft>
      <a:defRPr sz="1200" kern="1200">
        <a:solidFill>
          <a:schemeClr val="tx1"/>
        </a:solidFill>
        <a:latin typeface="Calibri" pitchFamily="34" charset="0"/>
        <a:ea typeface="MS PGothic" pitchFamily="34" charset="-128"/>
        <a:cs typeface="MS PGothic" charset="0"/>
      </a:defRPr>
    </a:lvl3pPr>
    <a:lvl4pPr marL="1371600" algn="l" rtl="0" eaLnBrk="0" fontAlgn="base" hangingPunct="0">
      <a:spcBef>
        <a:spcPct val="30000"/>
      </a:spcBef>
      <a:spcAft>
        <a:spcPct val="0"/>
      </a:spcAft>
      <a:defRPr sz="1200" kern="1200">
        <a:solidFill>
          <a:schemeClr val="tx1"/>
        </a:solidFill>
        <a:latin typeface="Calibri" pitchFamily="34" charset="0"/>
        <a:ea typeface="MS PGothic" pitchFamily="34" charset="-128"/>
        <a:cs typeface="MS PGothic" charset="0"/>
      </a:defRPr>
    </a:lvl4pPr>
    <a:lvl5pPr marL="1828800" algn="l" rtl="0" eaLnBrk="0" fontAlgn="base" hangingPunct="0">
      <a:spcBef>
        <a:spcPct val="30000"/>
      </a:spcBef>
      <a:spcAft>
        <a:spcPct val="0"/>
      </a:spcAft>
      <a:defRPr sz="1200" kern="1200">
        <a:solidFill>
          <a:schemeClr val="tx1"/>
        </a:solidFill>
        <a:latin typeface="Calibri" pitchFamily="34" charset="0"/>
        <a:ea typeface="MS PGothic" pitchFamily="34" charset="-128"/>
        <a:cs typeface="MS PGothic" charset="0"/>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Begrüßung. Ich erzähle den Weg des Projekts: was ich jeweils angenommen habe, was die Versuche gezeigt haben und warum ich am Ende bei diesem Modell und dieser Firmware gelandet bin.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Zielgruppe sind ältere Menschen und Menschen mit Demenz. Die Rechnung läuft komplett auf dem Chip.</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Überblick über den Weg.</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Hardware hat der Partner vorgegeben. Den Logger habe ich geschrieben, um eigene Daten aufzunehmen.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 hier werden Minimum und Maximum nur noch als zweite Stufe benutzt, nicht zur Entscheidung.</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Kontrollversuche sind wichtig: Ohne sie hätte ich die falsche Ursache in den Bericht geschrieben.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Alle Vergleiche fünffach kreuzvalidiert. Zwei frühere Einzelauswertungen hatten gegensätzliche Ergebnisse geliefert.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Zahlen dazu stehen auf der Ergebnisfolie.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Das war der wichtigste Befund des Projekts. Das CNN wertet jede Achse einzeln aus und ist deshalb nicht drehunempfindlich.</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Ehrlich: An der Hüfte gab es viele Fehlalarme. Die Hüfte ist aber nicht die Zielposition.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Normales Gehen erreicht an der Sohle über 4 g, die bisherige Sohle misst höchstens 3,5 g.</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Lehre: Ein Modell, das am PC stimmt, ist auf dem Chip noch nicht bewiesen. Deshalb der Selbsttest.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Links: Ohne Beinstürze erkennt das Modell am Schienbein nur 21–30 %, mit Beinstürzen 84 %. Rechts: Die Beinstürze treiben die Fehlalarme an der Sohle hoch, der Sohlen-Alltag holt sie wieder herunter. Werte der beiden letzten Säulen aus dem augmentierten Lauf.</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Links der Spiegeltest aus Etappe 5, rechts die eigenen Sohlenaufnahmen aus Etappe 7.</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fünf Punkte, die ich beim nächsten Projekt von Anfang an so machen würde.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Das kommerzielle Modell wird mit allen Datensätzen außer Smart-Insole und MobiAct trainiert; der Lauf ist angestoßen.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Drei Kernaussagen. Danach Fragen.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Danke.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jpe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e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jpe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jpeg"/><Relationship Id="rId3" Type="http://schemas.openxmlformats.org/officeDocument/2006/relationships/image" Target="../media/image8.emf"/></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 Id="rId3" Type="http://schemas.openxmlformats.org/officeDocument/2006/relationships/image" Target="../media/image10.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 Id="rId3" Type="http://schemas.openxmlformats.org/officeDocument/2006/relationships/image" Target="../media/image12.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2_THM-Titelfolie">
    <p:spTree>
      <p:nvGrpSpPr>
        <p:cNvPr id="1" name=""/>
        <p:cNvGrpSpPr/>
        <p:nvPr/>
      </p:nvGrpSpPr>
      <p:grpSpPr>
        <a:xfrm>
          <a:off x="0" y="0"/>
          <a:ext cx="0" cy="0"/>
          <a:chOff x="0" y="0"/>
          <a:chExt cx="0" cy="0"/>
        </a:xfrm>
      </p:grpSpPr>
      <p:pic>
        <p:nvPicPr>
          <p:cNvPr id="5" name="Grafik 4">
            <a:extLst>
              <a:ext uri="{FF2B5EF4-FFF2-40B4-BE49-F238E27FC236}">
                <a16:creationId xmlns:a16="http://schemas.microsoft.com/office/drawing/2014/main" id="{2892CBC1-0AA5-FD49-A6CF-7BC19D8FDAA0}"/>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1268760"/>
            <a:ext cx="12192000" cy="5173133"/>
          </a:xfrm>
          <a:prstGeom prst="rect">
            <a:avLst/>
          </a:prstGeom>
        </p:spPr>
      </p:pic>
      <p:sp>
        <p:nvSpPr>
          <p:cNvPr id="10" name="Rectangle 6">
            <a:extLst>
              <a:ext uri="{FF2B5EF4-FFF2-40B4-BE49-F238E27FC236}">
                <a16:creationId xmlns:a16="http://schemas.microsoft.com/office/drawing/2014/main" id="{A827390B-A86E-434B-90D4-3438340D1554}"/>
              </a:ext>
            </a:extLst>
          </p:cNvPr>
          <p:cNvSpPr>
            <a:spLocks noChangeArrowheads="1"/>
          </p:cNvSpPr>
          <p:nvPr userDrawn="1"/>
        </p:nvSpPr>
        <p:spPr bwMode="auto">
          <a:xfrm>
            <a:off x="8544293" y="2924944"/>
            <a:ext cx="3240000" cy="3240000"/>
          </a:xfrm>
          <a:prstGeom prst="rect">
            <a:avLst/>
          </a:prstGeom>
          <a:solidFill>
            <a:schemeClr val="bg1"/>
          </a:solidFill>
          <a:ln>
            <a:noFill/>
          </a:ln>
        </p:spPr>
        <p:txBody>
          <a:bodyPr wrap="none" anchor="ctr"/>
          <a:lstStyle>
            <a:lvl1pPr>
              <a:defRPr sz="2400">
                <a:solidFill>
                  <a:schemeClr val="tx1"/>
                </a:solidFill>
                <a:latin typeface="Calibri" pitchFamily="34" charset="0"/>
                <a:ea typeface="MS PGothic" pitchFamily="34" charset="-128"/>
              </a:defRPr>
            </a:lvl1pPr>
            <a:lvl2pPr marL="742950" indent="-285750">
              <a:defRPr sz="2400">
                <a:solidFill>
                  <a:schemeClr val="tx1"/>
                </a:solidFill>
                <a:latin typeface="Calibri" pitchFamily="34" charset="0"/>
                <a:ea typeface="MS PGothic" pitchFamily="34" charset="-128"/>
              </a:defRPr>
            </a:lvl2pPr>
            <a:lvl3pPr marL="1143000" indent="-228600">
              <a:defRPr sz="2400">
                <a:solidFill>
                  <a:schemeClr val="tx1"/>
                </a:solidFill>
                <a:latin typeface="Calibri" pitchFamily="34" charset="0"/>
                <a:ea typeface="MS PGothic" pitchFamily="34" charset="-128"/>
              </a:defRPr>
            </a:lvl3pPr>
            <a:lvl4pPr marL="1600200" indent="-228600">
              <a:defRPr sz="2400">
                <a:solidFill>
                  <a:schemeClr val="tx1"/>
                </a:solidFill>
                <a:latin typeface="Calibri" pitchFamily="34" charset="0"/>
                <a:ea typeface="MS PGothic" pitchFamily="34" charset="-128"/>
              </a:defRPr>
            </a:lvl4pPr>
            <a:lvl5pPr marL="2057400" indent="-228600">
              <a:defRPr sz="2400">
                <a:solidFill>
                  <a:schemeClr val="tx1"/>
                </a:solidFill>
                <a:latin typeface="Calibri" pitchFamily="34" charset="0"/>
                <a:ea typeface="MS PGothic" pitchFamily="34" charset="-128"/>
              </a:defRPr>
            </a:lvl5pPr>
            <a:lvl6pPr marL="2514600" indent="-228600" eaLnBrk="0" fontAlgn="base" hangingPunct="0">
              <a:spcBef>
                <a:spcPct val="0"/>
              </a:spcBef>
              <a:spcAft>
                <a:spcPct val="0"/>
              </a:spcAft>
              <a:defRPr sz="2400">
                <a:solidFill>
                  <a:schemeClr val="tx1"/>
                </a:solidFill>
                <a:latin typeface="Calibri" pitchFamily="34" charset="0"/>
                <a:ea typeface="MS PGothic" pitchFamily="34" charset="-128"/>
              </a:defRPr>
            </a:lvl6pPr>
            <a:lvl7pPr marL="2971800" indent="-228600" eaLnBrk="0" fontAlgn="base" hangingPunct="0">
              <a:spcBef>
                <a:spcPct val="0"/>
              </a:spcBef>
              <a:spcAft>
                <a:spcPct val="0"/>
              </a:spcAft>
              <a:defRPr sz="2400">
                <a:solidFill>
                  <a:schemeClr val="tx1"/>
                </a:solidFill>
                <a:latin typeface="Calibri" pitchFamily="34" charset="0"/>
                <a:ea typeface="MS PGothic" pitchFamily="34" charset="-128"/>
              </a:defRPr>
            </a:lvl7pPr>
            <a:lvl8pPr marL="3429000" indent="-228600" eaLnBrk="0" fontAlgn="base" hangingPunct="0">
              <a:spcBef>
                <a:spcPct val="0"/>
              </a:spcBef>
              <a:spcAft>
                <a:spcPct val="0"/>
              </a:spcAft>
              <a:defRPr sz="2400">
                <a:solidFill>
                  <a:schemeClr val="tx1"/>
                </a:solidFill>
                <a:latin typeface="Calibri" pitchFamily="34" charset="0"/>
                <a:ea typeface="MS PGothic" pitchFamily="34" charset="-128"/>
              </a:defRPr>
            </a:lvl8pPr>
            <a:lvl9pPr marL="3886200" indent="-228600" eaLnBrk="0" fontAlgn="base" hangingPunct="0">
              <a:spcBef>
                <a:spcPct val="0"/>
              </a:spcBef>
              <a:spcAft>
                <a:spcPct val="0"/>
              </a:spcAft>
              <a:defRPr sz="2400">
                <a:solidFill>
                  <a:schemeClr val="tx1"/>
                </a:solidFill>
                <a:latin typeface="Calibri" pitchFamily="34" charset="0"/>
                <a:ea typeface="MS PGothic" pitchFamily="34" charset="-128"/>
              </a:defRPr>
            </a:lvl9pPr>
          </a:lstStyle>
          <a:p>
            <a:pPr eaLnBrk="1" hangingPunct="1">
              <a:defRPr/>
            </a:pPr>
            <a:endParaRPr lang="de-DE" altLang="de-DE" sz="1800" dirty="0">
              <a:cs typeface="Arial" pitchFamily="34" charset="0"/>
            </a:endParaRPr>
          </a:p>
        </p:txBody>
      </p:sp>
      <p:sp>
        <p:nvSpPr>
          <p:cNvPr id="11" name="Textplatzhalter 9">
            <a:extLst>
              <a:ext uri="{FF2B5EF4-FFF2-40B4-BE49-F238E27FC236}">
                <a16:creationId xmlns:a16="http://schemas.microsoft.com/office/drawing/2014/main" id="{13903DC0-149E-A447-909C-1CDEC9D4222F}"/>
              </a:ext>
            </a:extLst>
          </p:cNvPr>
          <p:cNvSpPr>
            <a:spLocks noGrp="1"/>
          </p:cNvSpPr>
          <p:nvPr>
            <p:ph type="body" sz="quarter" idx="10" hasCustomPrompt="1"/>
          </p:nvPr>
        </p:nvSpPr>
        <p:spPr>
          <a:xfrm>
            <a:off x="8760296" y="3789040"/>
            <a:ext cx="3168351" cy="2231801"/>
          </a:xfrm>
        </p:spPr>
        <p:txBody>
          <a:bodyPr anchor="b"/>
          <a:lstStyle>
            <a:lvl1pPr marL="0" indent="0">
              <a:lnSpc>
                <a:spcPct val="150000"/>
              </a:lnSpc>
              <a:buNone/>
              <a:defRPr sz="2200" b="1"/>
            </a:lvl1pPr>
          </a:lstStyle>
          <a:p>
            <a:pPr lvl="0"/>
            <a:r>
              <a:rPr lang="de-DE" dirty="0"/>
              <a:t>ÜBERSCHRIFT</a:t>
            </a:r>
          </a:p>
        </p:txBody>
      </p:sp>
      <p:sp>
        <p:nvSpPr>
          <p:cNvPr id="12" name="Rectangle 5">
            <a:extLst>
              <a:ext uri="{FF2B5EF4-FFF2-40B4-BE49-F238E27FC236}">
                <a16:creationId xmlns:a16="http://schemas.microsoft.com/office/drawing/2014/main" id="{CB4F93A7-5B61-D941-9FC9-6DB6CDC6EF0E}"/>
              </a:ext>
            </a:extLst>
          </p:cNvPr>
          <p:cNvSpPr>
            <a:spLocks noChangeArrowheads="1"/>
          </p:cNvSpPr>
          <p:nvPr userDrawn="1"/>
        </p:nvSpPr>
        <p:spPr bwMode="auto">
          <a:xfrm>
            <a:off x="9768408" y="6497638"/>
            <a:ext cx="2419360" cy="360362"/>
          </a:xfrm>
          <a:prstGeom prst="rect">
            <a:avLst/>
          </a:prstGeom>
          <a:solidFill>
            <a:srgbClr val="4A5C66"/>
          </a:solidFill>
          <a:ln>
            <a:noFill/>
          </a:ln>
        </p:spPr>
        <p:txBody>
          <a:bodyPr wrap="none" anchor="ctr"/>
          <a:lstStyle>
            <a:lvl1pPr>
              <a:defRPr sz="2400">
                <a:solidFill>
                  <a:schemeClr val="tx1"/>
                </a:solidFill>
                <a:latin typeface="Calibri" pitchFamily="34" charset="0"/>
                <a:ea typeface="MS PGothic" pitchFamily="34" charset="-128"/>
              </a:defRPr>
            </a:lvl1pPr>
            <a:lvl2pPr marL="742950" indent="-285750">
              <a:defRPr sz="2400">
                <a:solidFill>
                  <a:schemeClr val="tx1"/>
                </a:solidFill>
                <a:latin typeface="Calibri" pitchFamily="34" charset="0"/>
                <a:ea typeface="MS PGothic" pitchFamily="34" charset="-128"/>
              </a:defRPr>
            </a:lvl2pPr>
            <a:lvl3pPr marL="1143000" indent="-228600">
              <a:defRPr sz="2400">
                <a:solidFill>
                  <a:schemeClr val="tx1"/>
                </a:solidFill>
                <a:latin typeface="Calibri" pitchFamily="34" charset="0"/>
                <a:ea typeface="MS PGothic" pitchFamily="34" charset="-128"/>
              </a:defRPr>
            </a:lvl3pPr>
            <a:lvl4pPr marL="1600200" indent="-228600">
              <a:defRPr sz="2400">
                <a:solidFill>
                  <a:schemeClr val="tx1"/>
                </a:solidFill>
                <a:latin typeface="Calibri" pitchFamily="34" charset="0"/>
                <a:ea typeface="MS PGothic" pitchFamily="34" charset="-128"/>
              </a:defRPr>
            </a:lvl4pPr>
            <a:lvl5pPr marL="2057400" indent="-228600">
              <a:defRPr sz="2400">
                <a:solidFill>
                  <a:schemeClr val="tx1"/>
                </a:solidFill>
                <a:latin typeface="Calibri" pitchFamily="34" charset="0"/>
                <a:ea typeface="MS PGothic" pitchFamily="34" charset="-128"/>
              </a:defRPr>
            </a:lvl5pPr>
            <a:lvl6pPr marL="2514600" indent="-228600" eaLnBrk="0" fontAlgn="base" hangingPunct="0">
              <a:spcBef>
                <a:spcPct val="0"/>
              </a:spcBef>
              <a:spcAft>
                <a:spcPct val="0"/>
              </a:spcAft>
              <a:defRPr sz="2400">
                <a:solidFill>
                  <a:schemeClr val="tx1"/>
                </a:solidFill>
                <a:latin typeface="Calibri" pitchFamily="34" charset="0"/>
                <a:ea typeface="MS PGothic" pitchFamily="34" charset="-128"/>
              </a:defRPr>
            </a:lvl6pPr>
            <a:lvl7pPr marL="2971800" indent="-228600" eaLnBrk="0" fontAlgn="base" hangingPunct="0">
              <a:spcBef>
                <a:spcPct val="0"/>
              </a:spcBef>
              <a:spcAft>
                <a:spcPct val="0"/>
              </a:spcAft>
              <a:defRPr sz="2400">
                <a:solidFill>
                  <a:schemeClr val="tx1"/>
                </a:solidFill>
                <a:latin typeface="Calibri" pitchFamily="34" charset="0"/>
                <a:ea typeface="MS PGothic" pitchFamily="34" charset="-128"/>
              </a:defRPr>
            </a:lvl7pPr>
            <a:lvl8pPr marL="3429000" indent="-228600" eaLnBrk="0" fontAlgn="base" hangingPunct="0">
              <a:spcBef>
                <a:spcPct val="0"/>
              </a:spcBef>
              <a:spcAft>
                <a:spcPct val="0"/>
              </a:spcAft>
              <a:defRPr sz="2400">
                <a:solidFill>
                  <a:schemeClr val="tx1"/>
                </a:solidFill>
                <a:latin typeface="Calibri" pitchFamily="34" charset="0"/>
                <a:ea typeface="MS PGothic" pitchFamily="34" charset="-128"/>
              </a:defRPr>
            </a:lvl8pPr>
            <a:lvl9pPr marL="3886200" indent="-228600" eaLnBrk="0" fontAlgn="base" hangingPunct="0">
              <a:spcBef>
                <a:spcPct val="0"/>
              </a:spcBef>
              <a:spcAft>
                <a:spcPct val="0"/>
              </a:spcAft>
              <a:defRPr sz="2400">
                <a:solidFill>
                  <a:schemeClr val="tx1"/>
                </a:solidFill>
                <a:latin typeface="Calibri" pitchFamily="34" charset="0"/>
                <a:ea typeface="MS PGothic" pitchFamily="34" charset="-128"/>
              </a:defRPr>
            </a:lvl9pPr>
          </a:lstStyle>
          <a:p>
            <a:pPr eaLnBrk="1" hangingPunct="1">
              <a:defRPr/>
            </a:pPr>
            <a:endParaRPr lang="de-DE" altLang="de-DE" sz="1800">
              <a:cs typeface="Arial" pitchFamily="34" charset="0"/>
            </a:endParaRPr>
          </a:p>
        </p:txBody>
      </p:sp>
    </p:spTree>
    <p:extLst>
      <p:ext uri="{BB962C8B-B14F-4D97-AF65-F5344CB8AC3E}">
        <p14:creationId xmlns:p14="http://schemas.microsoft.com/office/powerpoint/2010/main" val="15263527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3_THM-Titelfolie">
    <p:spTree>
      <p:nvGrpSpPr>
        <p:cNvPr id="1" name=""/>
        <p:cNvGrpSpPr/>
        <p:nvPr/>
      </p:nvGrpSpPr>
      <p:grpSpPr>
        <a:xfrm>
          <a:off x="0" y="0"/>
          <a:ext cx="0" cy="0"/>
          <a:chOff x="0" y="0"/>
          <a:chExt cx="0" cy="0"/>
        </a:xfrm>
      </p:grpSpPr>
      <p:pic>
        <p:nvPicPr>
          <p:cNvPr id="3" name="Grafik 2">
            <a:extLst>
              <a:ext uri="{FF2B5EF4-FFF2-40B4-BE49-F238E27FC236}">
                <a16:creationId xmlns:a16="http://schemas.microsoft.com/office/drawing/2014/main" id="{66EBF173-6194-1449-A8B7-B55867141354}"/>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1268760"/>
            <a:ext cx="12192000" cy="5173133"/>
          </a:xfrm>
          <a:prstGeom prst="rect">
            <a:avLst/>
          </a:prstGeom>
        </p:spPr>
      </p:pic>
      <p:sp>
        <p:nvSpPr>
          <p:cNvPr id="10" name="Rectangle 6">
            <a:extLst>
              <a:ext uri="{FF2B5EF4-FFF2-40B4-BE49-F238E27FC236}">
                <a16:creationId xmlns:a16="http://schemas.microsoft.com/office/drawing/2014/main" id="{A827390B-A86E-434B-90D4-3438340D1554}"/>
              </a:ext>
            </a:extLst>
          </p:cNvPr>
          <p:cNvSpPr>
            <a:spLocks noChangeArrowheads="1"/>
          </p:cNvSpPr>
          <p:nvPr userDrawn="1"/>
        </p:nvSpPr>
        <p:spPr bwMode="auto">
          <a:xfrm>
            <a:off x="8544293" y="2924944"/>
            <a:ext cx="3240000" cy="3240000"/>
          </a:xfrm>
          <a:prstGeom prst="rect">
            <a:avLst/>
          </a:prstGeom>
          <a:solidFill>
            <a:schemeClr val="bg1"/>
          </a:solidFill>
          <a:ln>
            <a:noFill/>
          </a:ln>
        </p:spPr>
        <p:txBody>
          <a:bodyPr wrap="none" anchor="ctr"/>
          <a:lstStyle>
            <a:lvl1pPr>
              <a:defRPr sz="2400">
                <a:solidFill>
                  <a:schemeClr val="tx1"/>
                </a:solidFill>
                <a:latin typeface="Calibri" pitchFamily="34" charset="0"/>
                <a:ea typeface="MS PGothic" pitchFamily="34" charset="-128"/>
              </a:defRPr>
            </a:lvl1pPr>
            <a:lvl2pPr marL="742950" indent="-285750">
              <a:defRPr sz="2400">
                <a:solidFill>
                  <a:schemeClr val="tx1"/>
                </a:solidFill>
                <a:latin typeface="Calibri" pitchFamily="34" charset="0"/>
                <a:ea typeface="MS PGothic" pitchFamily="34" charset="-128"/>
              </a:defRPr>
            </a:lvl2pPr>
            <a:lvl3pPr marL="1143000" indent="-228600">
              <a:defRPr sz="2400">
                <a:solidFill>
                  <a:schemeClr val="tx1"/>
                </a:solidFill>
                <a:latin typeface="Calibri" pitchFamily="34" charset="0"/>
                <a:ea typeface="MS PGothic" pitchFamily="34" charset="-128"/>
              </a:defRPr>
            </a:lvl3pPr>
            <a:lvl4pPr marL="1600200" indent="-228600">
              <a:defRPr sz="2400">
                <a:solidFill>
                  <a:schemeClr val="tx1"/>
                </a:solidFill>
                <a:latin typeface="Calibri" pitchFamily="34" charset="0"/>
                <a:ea typeface="MS PGothic" pitchFamily="34" charset="-128"/>
              </a:defRPr>
            </a:lvl4pPr>
            <a:lvl5pPr marL="2057400" indent="-228600">
              <a:defRPr sz="2400">
                <a:solidFill>
                  <a:schemeClr val="tx1"/>
                </a:solidFill>
                <a:latin typeface="Calibri" pitchFamily="34" charset="0"/>
                <a:ea typeface="MS PGothic" pitchFamily="34" charset="-128"/>
              </a:defRPr>
            </a:lvl5pPr>
            <a:lvl6pPr marL="2514600" indent="-228600" eaLnBrk="0" fontAlgn="base" hangingPunct="0">
              <a:spcBef>
                <a:spcPct val="0"/>
              </a:spcBef>
              <a:spcAft>
                <a:spcPct val="0"/>
              </a:spcAft>
              <a:defRPr sz="2400">
                <a:solidFill>
                  <a:schemeClr val="tx1"/>
                </a:solidFill>
                <a:latin typeface="Calibri" pitchFamily="34" charset="0"/>
                <a:ea typeface="MS PGothic" pitchFamily="34" charset="-128"/>
              </a:defRPr>
            </a:lvl6pPr>
            <a:lvl7pPr marL="2971800" indent="-228600" eaLnBrk="0" fontAlgn="base" hangingPunct="0">
              <a:spcBef>
                <a:spcPct val="0"/>
              </a:spcBef>
              <a:spcAft>
                <a:spcPct val="0"/>
              </a:spcAft>
              <a:defRPr sz="2400">
                <a:solidFill>
                  <a:schemeClr val="tx1"/>
                </a:solidFill>
                <a:latin typeface="Calibri" pitchFamily="34" charset="0"/>
                <a:ea typeface="MS PGothic" pitchFamily="34" charset="-128"/>
              </a:defRPr>
            </a:lvl7pPr>
            <a:lvl8pPr marL="3429000" indent="-228600" eaLnBrk="0" fontAlgn="base" hangingPunct="0">
              <a:spcBef>
                <a:spcPct val="0"/>
              </a:spcBef>
              <a:spcAft>
                <a:spcPct val="0"/>
              </a:spcAft>
              <a:defRPr sz="2400">
                <a:solidFill>
                  <a:schemeClr val="tx1"/>
                </a:solidFill>
                <a:latin typeface="Calibri" pitchFamily="34" charset="0"/>
                <a:ea typeface="MS PGothic" pitchFamily="34" charset="-128"/>
              </a:defRPr>
            </a:lvl8pPr>
            <a:lvl9pPr marL="3886200" indent="-228600" eaLnBrk="0" fontAlgn="base" hangingPunct="0">
              <a:spcBef>
                <a:spcPct val="0"/>
              </a:spcBef>
              <a:spcAft>
                <a:spcPct val="0"/>
              </a:spcAft>
              <a:defRPr sz="2400">
                <a:solidFill>
                  <a:schemeClr val="tx1"/>
                </a:solidFill>
                <a:latin typeface="Calibri" pitchFamily="34" charset="0"/>
                <a:ea typeface="MS PGothic" pitchFamily="34" charset="-128"/>
              </a:defRPr>
            </a:lvl9pPr>
          </a:lstStyle>
          <a:p>
            <a:pPr eaLnBrk="1" hangingPunct="1">
              <a:defRPr/>
            </a:pPr>
            <a:endParaRPr lang="de-DE" altLang="de-DE" sz="1800" dirty="0">
              <a:cs typeface="Arial" pitchFamily="34" charset="0"/>
            </a:endParaRPr>
          </a:p>
        </p:txBody>
      </p:sp>
      <p:sp>
        <p:nvSpPr>
          <p:cNvPr id="11" name="Textplatzhalter 9">
            <a:extLst>
              <a:ext uri="{FF2B5EF4-FFF2-40B4-BE49-F238E27FC236}">
                <a16:creationId xmlns:a16="http://schemas.microsoft.com/office/drawing/2014/main" id="{13903DC0-149E-A447-909C-1CDEC9D4222F}"/>
              </a:ext>
            </a:extLst>
          </p:cNvPr>
          <p:cNvSpPr>
            <a:spLocks noGrp="1"/>
          </p:cNvSpPr>
          <p:nvPr>
            <p:ph type="body" sz="quarter" idx="10" hasCustomPrompt="1"/>
          </p:nvPr>
        </p:nvSpPr>
        <p:spPr>
          <a:xfrm>
            <a:off x="8760296" y="3789040"/>
            <a:ext cx="3168351" cy="2231801"/>
          </a:xfrm>
        </p:spPr>
        <p:txBody>
          <a:bodyPr anchor="b"/>
          <a:lstStyle>
            <a:lvl1pPr marL="0" indent="0">
              <a:lnSpc>
                <a:spcPct val="150000"/>
              </a:lnSpc>
              <a:buNone/>
              <a:defRPr sz="2200" b="1"/>
            </a:lvl1pPr>
          </a:lstStyle>
          <a:p>
            <a:pPr lvl="0"/>
            <a:r>
              <a:rPr lang="de-DE" dirty="0"/>
              <a:t>ÜBERSCHRIFT</a:t>
            </a:r>
          </a:p>
        </p:txBody>
      </p:sp>
      <p:sp>
        <p:nvSpPr>
          <p:cNvPr id="7" name="Rectangle 5">
            <a:extLst>
              <a:ext uri="{FF2B5EF4-FFF2-40B4-BE49-F238E27FC236}">
                <a16:creationId xmlns:a16="http://schemas.microsoft.com/office/drawing/2014/main" id="{9E426BC6-EC8D-2B49-804D-49B49D31458C}"/>
              </a:ext>
            </a:extLst>
          </p:cNvPr>
          <p:cNvSpPr>
            <a:spLocks noChangeArrowheads="1"/>
          </p:cNvSpPr>
          <p:nvPr userDrawn="1"/>
        </p:nvSpPr>
        <p:spPr bwMode="auto">
          <a:xfrm>
            <a:off x="9768408" y="6497638"/>
            <a:ext cx="2419360" cy="360362"/>
          </a:xfrm>
          <a:prstGeom prst="rect">
            <a:avLst/>
          </a:prstGeom>
          <a:solidFill>
            <a:srgbClr val="4A5C66"/>
          </a:solidFill>
          <a:ln>
            <a:noFill/>
          </a:ln>
        </p:spPr>
        <p:txBody>
          <a:bodyPr wrap="none" anchor="ctr"/>
          <a:lstStyle>
            <a:lvl1pPr>
              <a:defRPr sz="2400">
                <a:solidFill>
                  <a:schemeClr val="tx1"/>
                </a:solidFill>
                <a:latin typeface="Calibri" pitchFamily="34" charset="0"/>
                <a:ea typeface="MS PGothic" pitchFamily="34" charset="-128"/>
              </a:defRPr>
            </a:lvl1pPr>
            <a:lvl2pPr marL="742950" indent="-285750">
              <a:defRPr sz="2400">
                <a:solidFill>
                  <a:schemeClr val="tx1"/>
                </a:solidFill>
                <a:latin typeface="Calibri" pitchFamily="34" charset="0"/>
                <a:ea typeface="MS PGothic" pitchFamily="34" charset="-128"/>
              </a:defRPr>
            </a:lvl2pPr>
            <a:lvl3pPr marL="1143000" indent="-228600">
              <a:defRPr sz="2400">
                <a:solidFill>
                  <a:schemeClr val="tx1"/>
                </a:solidFill>
                <a:latin typeface="Calibri" pitchFamily="34" charset="0"/>
                <a:ea typeface="MS PGothic" pitchFamily="34" charset="-128"/>
              </a:defRPr>
            </a:lvl3pPr>
            <a:lvl4pPr marL="1600200" indent="-228600">
              <a:defRPr sz="2400">
                <a:solidFill>
                  <a:schemeClr val="tx1"/>
                </a:solidFill>
                <a:latin typeface="Calibri" pitchFamily="34" charset="0"/>
                <a:ea typeface="MS PGothic" pitchFamily="34" charset="-128"/>
              </a:defRPr>
            </a:lvl4pPr>
            <a:lvl5pPr marL="2057400" indent="-228600">
              <a:defRPr sz="2400">
                <a:solidFill>
                  <a:schemeClr val="tx1"/>
                </a:solidFill>
                <a:latin typeface="Calibri" pitchFamily="34" charset="0"/>
                <a:ea typeface="MS PGothic" pitchFamily="34" charset="-128"/>
              </a:defRPr>
            </a:lvl5pPr>
            <a:lvl6pPr marL="2514600" indent="-228600" eaLnBrk="0" fontAlgn="base" hangingPunct="0">
              <a:spcBef>
                <a:spcPct val="0"/>
              </a:spcBef>
              <a:spcAft>
                <a:spcPct val="0"/>
              </a:spcAft>
              <a:defRPr sz="2400">
                <a:solidFill>
                  <a:schemeClr val="tx1"/>
                </a:solidFill>
                <a:latin typeface="Calibri" pitchFamily="34" charset="0"/>
                <a:ea typeface="MS PGothic" pitchFamily="34" charset="-128"/>
              </a:defRPr>
            </a:lvl6pPr>
            <a:lvl7pPr marL="2971800" indent="-228600" eaLnBrk="0" fontAlgn="base" hangingPunct="0">
              <a:spcBef>
                <a:spcPct val="0"/>
              </a:spcBef>
              <a:spcAft>
                <a:spcPct val="0"/>
              </a:spcAft>
              <a:defRPr sz="2400">
                <a:solidFill>
                  <a:schemeClr val="tx1"/>
                </a:solidFill>
                <a:latin typeface="Calibri" pitchFamily="34" charset="0"/>
                <a:ea typeface="MS PGothic" pitchFamily="34" charset="-128"/>
              </a:defRPr>
            </a:lvl7pPr>
            <a:lvl8pPr marL="3429000" indent="-228600" eaLnBrk="0" fontAlgn="base" hangingPunct="0">
              <a:spcBef>
                <a:spcPct val="0"/>
              </a:spcBef>
              <a:spcAft>
                <a:spcPct val="0"/>
              </a:spcAft>
              <a:defRPr sz="2400">
                <a:solidFill>
                  <a:schemeClr val="tx1"/>
                </a:solidFill>
                <a:latin typeface="Calibri" pitchFamily="34" charset="0"/>
                <a:ea typeface="MS PGothic" pitchFamily="34" charset="-128"/>
              </a:defRPr>
            </a:lvl8pPr>
            <a:lvl9pPr marL="3886200" indent="-228600" eaLnBrk="0" fontAlgn="base" hangingPunct="0">
              <a:spcBef>
                <a:spcPct val="0"/>
              </a:spcBef>
              <a:spcAft>
                <a:spcPct val="0"/>
              </a:spcAft>
              <a:defRPr sz="2400">
                <a:solidFill>
                  <a:schemeClr val="tx1"/>
                </a:solidFill>
                <a:latin typeface="Calibri" pitchFamily="34" charset="0"/>
                <a:ea typeface="MS PGothic" pitchFamily="34" charset="-128"/>
              </a:defRPr>
            </a:lvl9pPr>
          </a:lstStyle>
          <a:p>
            <a:pPr eaLnBrk="1" hangingPunct="1">
              <a:defRPr/>
            </a:pPr>
            <a:endParaRPr lang="de-DE" altLang="de-DE" sz="1800">
              <a:cs typeface="Arial" pitchFamily="34" charset="0"/>
            </a:endParaRPr>
          </a:p>
        </p:txBody>
      </p:sp>
    </p:spTree>
    <p:extLst>
      <p:ext uri="{BB962C8B-B14F-4D97-AF65-F5344CB8AC3E}">
        <p14:creationId xmlns:p14="http://schemas.microsoft.com/office/powerpoint/2010/main" val="422066102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1_THM-Titelfolie">
    <p:spTree>
      <p:nvGrpSpPr>
        <p:cNvPr id="1" name=""/>
        <p:cNvGrpSpPr/>
        <p:nvPr/>
      </p:nvGrpSpPr>
      <p:grpSpPr>
        <a:xfrm>
          <a:off x="0" y="0"/>
          <a:ext cx="0" cy="0"/>
          <a:chOff x="0" y="0"/>
          <a:chExt cx="0" cy="0"/>
        </a:xfrm>
      </p:grpSpPr>
      <p:pic>
        <p:nvPicPr>
          <p:cNvPr id="13" name="Grafik 12">
            <a:extLst>
              <a:ext uri="{FF2B5EF4-FFF2-40B4-BE49-F238E27FC236}">
                <a16:creationId xmlns:a16="http://schemas.microsoft.com/office/drawing/2014/main" id="{A692ADC8-598A-EC43-8E74-629C6533D2FD}"/>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1268760"/>
            <a:ext cx="12192000" cy="5169690"/>
          </a:xfrm>
          <a:prstGeom prst="rect">
            <a:avLst/>
          </a:prstGeom>
        </p:spPr>
      </p:pic>
      <p:sp>
        <p:nvSpPr>
          <p:cNvPr id="8" name="Rectangle 6"/>
          <p:cNvSpPr>
            <a:spLocks noChangeArrowheads="1"/>
          </p:cNvSpPr>
          <p:nvPr userDrawn="1"/>
        </p:nvSpPr>
        <p:spPr bwMode="auto">
          <a:xfrm>
            <a:off x="8544293" y="2924944"/>
            <a:ext cx="3240000" cy="3240000"/>
          </a:xfrm>
          <a:prstGeom prst="rect">
            <a:avLst/>
          </a:prstGeom>
          <a:solidFill>
            <a:schemeClr val="bg1"/>
          </a:solidFill>
          <a:ln>
            <a:noFill/>
          </a:ln>
        </p:spPr>
        <p:txBody>
          <a:bodyPr wrap="none" anchor="ctr"/>
          <a:lstStyle>
            <a:lvl1pPr>
              <a:defRPr sz="2400">
                <a:solidFill>
                  <a:schemeClr val="tx1"/>
                </a:solidFill>
                <a:latin typeface="Calibri" pitchFamily="34" charset="0"/>
                <a:ea typeface="MS PGothic" pitchFamily="34" charset="-128"/>
              </a:defRPr>
            </a:lvl1pPr>
            <a:lvl2pPr marL="742950" indent="-285750">
              <a:defRPr sz="2400">
                <a:solidFill>
                  <a:schemeClr val="tx1"/>
                </a:solidFill>
                <a:latin typeface="Calibri" pitchFamily="34" charset="0"/>
                <a:ea typeface="MS PGothic" pitchFamily="34" charset="-128"/>
              </a:defRPr>
            </a:lvl2pPr>
            <a:lvl3pPr marL="1143000" indent="-228600">
              <a:defRPr sz="2400">
                <a:solidFill>
                  <a:schemeClr val="tx1"/>
                </a:solidFill>
                <a:latin typeface="Calibri" pitchFamily="34" charset="0"/>
                <a:ea typeface="MS PGothic" pitchFamily="34" charset="-128"/>
              </a:defRPr>
            </a:lvl3pPr>
            <a:lvl4pPr marL="1600200" indent="-228600">
              <a:defRPr sz="2400">
                <a:solidFill>
                  <a:schemeClr val="tx1"/>
                </a:solidFill>
                <a:latin typeface="Calibri" pitchFamily="34" charset="0"/>
                <a:ea typeface="MS PGothic" pitchFamily="34" charset="-128"/>
              </a:defRPr>
            </a:lvl4pPr>
            <a:lvl5pPr marL="2057400" indent="-228600">
              <a:defRPr sz="2400">
                <a:solidFill>
                  <a:schemeClr val="tx1"/>
                </a:solidFill>
                <a:latin typeface="Calibri" pitchFamily="34" charset="0"/>
                <a:ea typeface="MS PGothic" pitchFamily="34" charset="-128"/>
              </a:defRPr>
            </a:lvl5pPr>
            <a:lvl6pPr marL="2514600" indent="-228600" eaLnBrk="0" fontAlgn="base" hangingPunct="0">
              <a:spcBef>
                <a:spcPct val="0"/>
              </a:spcBef>
              <a:spcAft>
                <a:spcPct val="0"/>
              </a:spcAft>
              <a:defRPr sz="2400">
                <a:solidFill>
                  <a:schemeClr val="tx1"/>
                </a:solidFill>
                <a:latin typeface="Calibri" pitchFamily="34" charset="0"/>
                <a:ea typeface="MS PGothic" pitchFamily="34" charset="-128"/>
              </a:defRPr>
            </a:lvl6pPr>
            <a:lvl7pPr marL="2971800" indent="-228600" eaLnBrk="0" fontAlgn="base" hangingPunct="0">
              <a:spcBef>
                <a:spcPct val="0"/>
              </a:spcBef>
              <a:spcAft>
                <a:spcPct val="0"/>
              </a:spcAft>
              <a:defRPr sz="2400">
                <a:solidFill>
                  <a:schemeClr val="tx1"/>
                </a:solidFill>
                <a:latin typeface="Calibri" pitchFamily="34" charset="0"/>
                <a:ea typeface="MS PGothic" pitchFamily="34" charset="-128"/>
              </a:defRPr>
            </a:lvl7pPr>
            <a:lvl8pPr marL="3429000" indent="-228600" eaLnBrk="0" fontAlgn="base" hangingPunct="0">
              <a:spcBef>
                <a:spcPct val="0"/>
              </a:spcBef>
              <a:spcAft>
                <a:spcPct val="0"/>
              </a:spcAft>
              <a:defRPr sz="2400">
                <a:solidFill>
                  <a:schemeClr val="tx1"/>
                </a:solidFill>
                <a:latin typeface="Calibri" pitchFamily="34" charset="0"/>
                <a:ea typeface="MS PGothic" pitchFamily="34" charset="-128"/>
              </a:defRPr>
            </a:lvl8pPr>
            <a:lvl9pPr marL="3886200" indent="-228600" eaLnBrk="0" fontAlgn="base" hangingPunct="0">
              <a:spcBef>
                <a:spcPct val="0"/>
              </a:spcBef>
              <a:spcAft>
                <a:spcPct val="0"/>
              </a:spcAft>
              <a:defRPr sz="2400">
                <a:solidFill>
                  <a:schemeClr val="tx1"/>
                </a:solidFill>
                <a:latin typeface="Calibri" pitchFamily="34" charset="0"/>
                <a:ea typeface="MS PGothic" pitchFamily="34" charset="-128"/>
              </a:defRPr>
            </a:lvl9pPr>
          </a:lstStyle>
          <a:p>
            <a:pPr eaLnBrk="1" hangingPunct="1">
              <a:defRPr/>
            </a:pPr>
            <a:endParaRPr lang="de-DE" altLang="de-DE" sz="1800" dirty="0">
              <a:cs typeface="Arial" pitchFamily="34" charset="0"/>
            </a:endParaRPr>
          </a:p>
        </p:txBody>
      </p:sp>
      <p:sp>
        <p:nvSpPr>
          <p:cNvPr id="10" name="Textplatzhalter 9"/>
          <p:cNvSpPr>
            <a:spLocks noGrp="1"/>
          </p:cNvSpPr>
          <p:nvPr>
            <p:ph type="body" sz="quarter" idx="10" hasCustomPrompt="1"/>
          </p:nvPr>
        </p:nvSpPr>
        <p:spPr>
          <a:xfrm>
            <a:off x="8760296" y="3789040"/>
            <a:ext cx="3168351" cy="2231801"/>
          </a:xfrm>
        </p:spPr>
        <p:txBody>
          <a:bodyPr anchor="b"/>
          <a:lstStyle>
            <a:lvl1pPr marL="0" indent="0">
              <a:lnSpc>
                <a:spcPct val="150000"/>
              </a:lnSpc>
              <a:buNone/>
              <a:defRPr sz="2200" b="1"/>
            </a:lvl1pPr>
          </a:lstStyle>
          <a:p>
            <a:pPr lvl="0"/>
            <a:r>
              <a:rPr lang="de-DE" dirty="0"/>
              <a:t>ÜBERSCHRIFT</a:t>
            </a:r>
          </a:p>
        </p:txBody>
      </p:sp>
      <p:sp>
        <p:nvSpPr>
          <p:cNvPr id="20" name="Rectangle 5">
            <a:extLst>
              <a:ext uri="{FF2B5EF4-FFF2-40B4-BE49-F238E27FC236}">
                <a16:creationId xmlns:a16="http://schemas.microsoft.com/office/drawing/2014/main" id="{69576794-5162-6048-BCAD-629826D7D57A}"/>
              </a:ext>
            </a:extLst>
          </p:cNvPr>
          <p:cNvSpPr>
            <a:spLocks noChangeArrowheads="1"/>
          </p:cNvSpPr>
          <p:nvPr userDrawn="1"/>
        </p:nvSpPr>
        <p:spPr bwMode="auto">
          <a:xfrm>
            <a:off x="9768408" y="6497638"/>
            <a:ext cx="2419360" cy="360362"/>
          </a:xfrm>
          <a:prstGeom prst="rect">
            <a:avLst/>
          </a:prstGeom>
          <a:solidFill>
            <a:srgbClr val="4A5C66"/>
          </a:solidFill>
          <a:ln>
            <a:noFill/>
          </a:ln>
        </p:spPr>
        <p:txBody>
          <a:bodyPr wrap="none" anchor="ctr"/>
          <a:lstStyle>
            <a:lvl1pPr>
              <a:defRPr sz="2400">
                <a:solidFill>
                  <a:schemeClr val="tx1"/>
                </a:solidFill>
                <a:latin typeface="Calibri" pitchFamily="34" charset="0"/>
                <a:ea typeface="MS PGothic" pitchFamily="34" charset="-128"/>
              </a:defRPr>
            </a:lvl1pPr>
            <a:lvl2pPr marL="742950" indent="-285750">
              <a:defRPr sz="2400">
                <a:solidFill>
                  <a:schemeClr val="tx1"/>
                </a:solidFill>
                <a:latin typeface="Calibri" pitchFamily="34" charset="0"/>
                <a:ea typeface="MS PGothic" pitchFamily="34" charset="-128"/>
              </a:defRPr>
            </a:lvl2pPr>
            <a:lvl3pPr marL="1143000" indent="-228600">
              <a:defRPr sz="2400">
                <a:solidFill>
                  <a:schemeClr val="tx1"/>
                </a:solidFill>
                <a:latin typeface="Calibri" pitchFamily="34" charset="0"/>
                <a:ea typeface="MS PGothic" pitchFamily="34" charset="-128"/>
              </a:defRPr>
            </a:lvl3pPr>
            <a:lvl4pPr marL="1600200" indent="-228600">
              <a:defRPr sz="2400">
                <a:solidFill>
                  <a:schemeClr val="tx1"/>
                </a:solidFill>
                <a:latin typeface="Calibri" pitchFamily="34" charset="0"/>
                <a:ea typeface="MS PGothic" pitchFamily="34" charset="-128"/>
              </a:defRPr>
            </a:lvl4pPr>
            <a:lvl5pPr marL="2057400" indent="-228600">
              <a:defRPr sz="2400">
                <a:solidFill>
                  <a:schemeClr val="tx1"/>
                </a:solidFill>
                <a:latin typeface="Calibri" pitchFamily="34" charset="0"/>
                <a:ea typeface="MS PGothic" pitchFamily="34" charset="-128"/>
              </a:defRPr>
            </a:lvl5pPr>
            <a:lvl6pPr marL="2514600" indent="-228600" eaLnBrk="0" fontAlgn="base" hangingPunct="0">
              <a:spcBef>
                <a:spcPct val="0"/>
              </a:spcBef>
              <a:spcAft>
                <a:spcPct val="0"/>
              </a:spcAft>
              <a:defRPr sz="2400">
                <a:solidFill>
                  <a:schemeClr val="tx1"/>
                </a:solidFill>
                <a:latin typeface="Calibri" pitchFamily="34" charset="0"/>
                <a:ea typeface="MS PGothic" pitchFamily="34" charset="-128"/>
              </a:defRPr>
            </a:lvl6pPr>
            <a:lvl7pPr marL="2971800" indent="-228600" eaLnBrk="0" fontAlgn="base" hangingPunct="0">
              <a:spcBef>
                <a:spcPct val="0"/>
              </a:spcBef>
              <a:spcAft>
                <a:spcPct val="0"/>
              </a:spcAft>
              <a:defRPr sz="2400">
                <a:solidFill>
                  <a:schemeClr val="tx1"/>
                </a:solidFill>
                <a:latin typeface="Calibri" pitchFamily="34" charset="0"/>
                <a:ea typeface="MS PGothic" pitchFamily="34" charset="-128"/>
              </a:defRPr>
            </a:lvl7pPr>
            <a:lvl8pPr marL="3429000" indent="-228600" eaLnBrk="0" fontAlgn="base" hangingPunct="0">
              <a:spcBef>
                <a:spcPct val="0"/>
              </a:spcBef>
              <a:spcAft>
                <a:spcPct val="0"/>
              </a:spcAft>
              <a:defRPr sz="2400">
                <a:solidFill>
                  <a:schemeClr val="tx1"/>
                </a:solidFill>
                <a:latin typeface="Calibri" pitchFamily="34" charset="0"/>
                <a:ea typeface="MS PGothic" pitchFamily="34" charset="-128"/>
              </a:defRPr>
            </a:lvl8pPr>
            <a:lvl9pPr marL="3886200" indent="-228600" eaLnBrk="0" fontAlgn="base" hangingPunct="0">
              <a:spcBef>
                <a:spcPct val="0"/>
              </a:spcBef>
              <a:spcAft>
                <a:spcPct val="0"/>
              </a:spcAft>
              <a:defRPr sz="2400">
                <a:solidFill>
                  <a:schemeClr val="tx1"/>
                </a:solidFill>
                <a:latin typeface="Calibri" pitchFamily="34" charset="0"/>
                <a:ea typeface="MS PGothic" pitchFamily="34" charset="-128"/>
              </a:defRPr>
            </a:lvl9pPr>
          </a:lstStyle>
          <a:p>
            <a:pPr eaLnBrk="1" hangingPunct="1">
              <a:defRPr/>
            </a:pPr>
            <a:endParaRPr lang="de-DE" altLang="de-DE" sz="1800">
              <a:cs typeface="Arial" pitchFamily="34" charset="0"/>
            </a:endParaRPr>
          </a:p>
        </p:txBody>
      </p:sp>
    </p:spTree>
    <p:extLst>
      <p:ext uri="{BB962C8B-B14F-4D97-AF65-F5344CB8AC3E}">
        <p14:creationId xmlns:p14="http://schemas.microsoft.com/office/powerpoint/2010/main" val="1100519384"/>
      </p:ext>
    </p:extLst>
  </p:cSld>
  <p:clrMapOvr>
    <a:masterClrMapping/>
  </p:clrMapOvr>
  <p:extLst>
    <p:ext uri="{DCECCB84-F9BA-43D5-87BE-67443E8EF086}">
      <p15:sldGuideLst xmlns:p15="http://schemas.microsoft.com/office/powerpoint/2012/main">
        <p15:guide id="1" pos="3840" userDrawn="1">
          <p15:clr>
            <a:srgbClr val="FBAE40"/>
          </p15:clr>
        </p15:guide>
        <p15:guide id="2" orient="horz" pos="799" userDrawn="1">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itelfolie Fachbereich oder Institut">
    <p:spTree>
      <p:nvGrpSpPr>
        <p:cNvPr id="1" name=""/>
        <p:cNvGrpSpPr/>
        <p:nvPr/>
      </p:nvGrpSpPr>
      <p:grpSpPr>
        <a:xfrm>
          <a:off x="0" y="0"/>
          <a:ext cx="0" cy="0"/>
          <a:chOff x="0" y="0"/>
          <a:chExt cx="0" cy="0"/>
        </a:xfrm>
      </p:grpSpPr>
      <p:pic>
        <p:nvPicPr>
          <p:cNvPr id="7" name="Grafik 9"/>
          <p:cNvPicPr>
            <a:picLocks noChangeAspect="1"/>
          </p:cNvPicPr>
          <p:nvPr userDrawn="1"/>
        </p:nvPicPr>
        <p:blipFill>
          <a:blip r:embed="rId2">
            <a:extLst>
              <a:ext uri="{28A0092B-C50C-407E-A947-70E740481C1C}">
                <a14:useLocalDpi xmlns:a14="http://schemas.microsoft.com/office/drawing/2010/main" val="0"/>
              </a:ext>
            </a:extLst>
          </a:blip>
          <a:srcRect/>
          <a:stretch>
            <a:fillRect/>
          </a:stretch>
        </p:blipFill>
        <p:spPr bwMode="auto">
          <a:xfrm>
            <a:off x="0" y="1266825"/>
            <a:ext cx="12192000" cy="51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8" name="Rectangle 6"/>
          <p:cNvSpPr>
            <a:spLocks noChangeArrowheads="1"/>
          </p:cNvSpPr>
          <p:nvPr userDrawn="1"/>
        </p:nvSpPr>
        <p:spPr bwMode="auto">
          <a:xfrm>
            <a:off x="8639787" y="2924944"/>
            <a:ext cx="3240000" cy="3240000"/>
          </a:xfrm>
          <a:prstGeom prst="rect">
            <a:avLst/>
          </a:prstGeom>
          <a:solidFill>
            <a:schemeClr val="bg1"/>
          </a:solidFill>
          <a:ln>
            <a:noFill/>
          </a:ln>
        </p:spPr>
        <p:txBody>
          <a:bodyPr wrap="none" anchor="ctr"/>
          <a:lstStyle>
            <a:lvl1pPr>
              <a:defRPr sz="2400">
                <a:solidFill>
                  <a:schemeClr val="tx1"/>
                </a:solidFill>
                <a:latin typeface="Calibri" pitchFamily="34" charset="0"/>
                <a:ea typeface="MS PGothic" pitchFamily="34" charset="-128"/>
              </a:defRPr>
            </a:lvl1pPr>
            <a:lvl2pPr marL="742950" indent="-285750">
              <a:defRPr sz="2400">
                <a:solidFill>
                  <a:schemeClr val="tx1"/>
                </a:solidFill>
                <a:latin typeface="Calibri" pitchFamily="34" charset="0"/>
                <a:ea typeface="MS PGothic" pitchFamily="34" charset="-128"/>
              </a:defRPr>
            </a:lvl2pPr>
            <a:lvl3pPr marL="1143000" indent="-228600">
              <a:defRPr sz="2400">
                <a:solidFill>
                  <a:schemeClr val="tx1"/>
                </a:solidFill>
                <a:latin typeface="Calibri" pitchFamily="34" charset="0"/>
                <a:ea typeface="MS PGothic" pitchFamily="34" charset="-128"/>
              </a:defRPr>
            </a:lvl3pPr>
            <a:lvl4pPr marL="1600200" indent="-228600">
              <a:defRPr sz="2400">
                <a:solidFill>
                  <a:schemeClr val="tx1"/>
                </a:solidFill>
                <a:latin typeface="Calibri" pitchFamily="34" charset="0"/>
                <a:ea typeface="MS PGothic" pitchFamily="34" charset="-128"/>
              </a:defRPr>
            </a:lvl4pPr>
            <a:lvl5pPr marL="2057400" indent="-228600">
              <a:defRPr sz="2400">
                <a:solidFill>
                  <a:schemeClr val="tx1"/>
                </a:solidFill>
                <a:latin typeface="Calibri" pitchFamily="34" charset="0"/>
                <a:ea typeface="MS PGothic" pitchFamily="34" charset="-128"/>
              </a:defRPr>
            </a:lvl5pPr>
            <a:lvl6pPr marL="2514600" indent="-228600" eaLnBrk="0" fontAlgn="base" hangingPunct="0">
              <a:spcBef>
                <a:spcPct val="0"/>
              </a:spcBef>
              <a:spcAft>
                <a:spcPct val="0"/>
              </a:spcAft>
              <a:defRPr sz="2400">
                <a:solidFill>
                  <a:schemeClr val="tx1"/>
                </a:solidFill>
                <a:latin typeface="Calibri" pitchFamily="34" charset="0"/>
                <a:ea typeface="MS PGothic" pitchFamily="34" charset="-128"/>
              </a:defRPr>
            </a:lvl6pPr>
            <a:lvl7pPr marL="2971800" indent="-228600" eaLnBrk="0" fontAlgn="base" hangingPunct="0">
              <a:spcBef>
                <a:spcPct val="0"/>
              </a:spcBef>
              <a:spcAft>
                <a:spcPct val="0"/>
              </a:spcAft>
              <a:defRPr sz="2400">
                <a:solidFill>
                  <a:schemeClr val="tx1"/>
                </a:solidFill>
                <a:latin typeface="Calibri" pitchFamily="34" charset="0"/>
                <a:ea typeface="MS PGothic" pitchFamily="34" charset="-128"/>
              </a:defRPr>
            </a:lvl7pPr>
            <a:lvl8pPr marL="3429000" indent="-228600" eaLnBrk="0" fontAlgn="base" hangingPunct="0">
              <a:spcBef>
                <a:spcPct val="0"/>
              </a:spcBef>
              <a:spcAft>
                <a:spcPct val="0"/>
              </a:spcAft>
              <a:defRPr sz="2400">
                <a:solidFill>
                  <a:schemeClr val="tx1"/>
                </a:solidFill>
                <a:latin typeface="Calibri" pitchFamily="34" charset="0"/>
                <a:ea typeface="MS PGothic" pitchFamily="34" charset="-128"/>
              </a:defRPr>
            </a:lvl8pPr>
            <a:lvl9pPr marL="3886200" indent="-228600" eaLnBrk="0" fontAlgn="base" hangingPunct="0">
              <a:spcBef>
                <a:spcPct val="0"/>
              </a:spcBef>
              <a:spcAft>
                <a:spcPct val="0"/>
              </a:spcAft>
              <a:defRPr sz="2400">
                <a:solidFill>
                  <a:schemeClr val="tx1"/>
                </a:solidFill>
                <a:latin typeface="Calibri" pitchFamily="34" charset="0"/>
                <a:ea typeface="MS PGothic" pitchFamily="34" charset="-128"/>
              </a:defRPr>
            </a:lvl9pPr>
          </a:lstStyle>
          <a:p>
            <a:pPr eaLnBrk="1" hangingPunct="1">
              <a:defRPr/>
            </a:pPr>
            <a:endParaRPr lang="de-DE" altLang="de-DE" sz="1800">
              <a:cs typeface="Arial" pitchFamily="34" charset="0"/>
            </a:endParaRPr>
          </a:p>
        </p:txBody>
      </p:sp>
      <p:sp>
        <p:nvSpPr>
          <p:cNvPr id="9" name="Rectangle 10"/>
          <p:cNvSpPr>
            <a:spLocks noChangeArrowheads="1"/>
          </p:cNvSpPr>
          <p:nvPr userDrawn="1"/>
        </p:nvSpPr>
        <p:spPr bwMode="auto">
          <a:xfrm>
            <a:off x="5040131" y="2924944"/>
            <a:ext cx="3240000" cy="3240000"/>
          </a:xfrm>
          <a:prstGeom prst="rect">
            <a:avLst/>
          </a:prstGeom>
          <a:solidFill>
            <a:schemeClr val="bg1"/>
          </a:solidFill>
          <a:ln>
            <a:noFill/>
          </a:ln>
        </p:spPr>
        <p:txBody>
          <a:bodyPr wrap="none" anchor="ctr"/>
          <a:lstStyle>
            <a:lvl1pPr>
              <a:defRPr sz="2400">
                <a:solidFill>
                  <a:schemeClr val="tx1"/>
                </a:solidFill>
                <a:latin typeface="Calibri" pitchFamily="34" charset="0"/>
                <a:ea typeface="MS PGothic" pitchFamily="34" charset="-128"/>
              </a:defRPr>
            </a:lvl1pPr>
            <a:lvl2pPr marL="742950" indent="-285750">
              <a:defRPr sz="2400">
                <a:solidFill>
                  <a:schemeClr val="tx1"/>
                </a:solidFill>
                <a:latin typeface="Calibri" pitchFamily="34" charset="0"/>
                <a:ea typeface="MS PGothic" pitchFamily="34" charset="-128"/>
              </a:defRPr>
            </a:lvl2pPr>
            <a:lvl3pPr marL="1143000" indent="-228600">
              <a:defRPr sz="2400">
                <a:solidFill>
                  <a:schemeClr val="tx1"/>
                </a:solidFill>
                <a:latin typeface="Calibri" pitchFamily="34" charset="0"/>
                <a:ea typeface="MS PGothic" pitchFamily="34" charset="-128"/>
              </a:defRPr>
            </a:lvl3pPr>
            <a:lvl4pPr marL="1600200" indent="-228600">
              <a:defRPr sz="2400">
                <a:solidFill>
                  <a:schemeClr val="tx1"/>
                </a:solidFill>
                <a:latin typeface="Calibri" pitchFamily="34" charset="0"/>
                <a:ea typeface="MS PGothic" pitchFamily="34" charset="-128"/>
              </a:defRPr>
            </a:lvl4pPr>
            <a:lvl5pPr marL="2057400" indent="-228600">
              <a:defRPr sz="2400">
                <a:solidFill>
                  <a:schemeClr val="tx1"/>
                </a:solidFill>
                <a:latin typeface="Calibri" pitchFamily="34" charset="0"/>
                <a:ea typeface="MS PGothic" pitchFamily="34" charset="-128"/>
              </a:defRPr>
            </a:lvl5pPr>
            <a:lvl6pPr marL="2514600" indent="-228600" eaLnBrk="0" fontAlgn="base" hangingPunct="0">
              <a:spcBef>
                <a:spcPct val="0"/>
              </a:spcBef>
              <a:spcAft>
                <a:spcPct val="0"/>
              </a:spcAft>
              <a:defRPr sz="2400">
                <a:solidFill>
                  <a:schemeClr val="tx1"/>
                </a:solidFill>
                <a:latin typeface="Calibri" pitchFamily="34" charset="0"/>
                <a:ea typeface="MS PGothic" pitchFamily="34" charset="-128"/>
              </a:defRPr>
            </a:lvl6pPr>
            <a:lvl7pPr marL="2971800" indent="-228600" eaLnBrk="0" fontAlgn="base" hangingPunct="0">
              <a:spcBef>
                <a:spcPct val="0"/>
              </a:spcBef>
              <a:spcAft>
                <a:spcPct val="0"/>
              </a:spcAft>
              <a:defRPr sz="2400">
                <a:solidFill>
                  <a:schemeClr val="tx1"/>
                </a:solidFill>
                <a:latin typeface="Calibri" pitchFamily="34" charset="0"/>
                <a:ea typeface="MS PGothic" pitchFamily="34" charset="-128"/>
              </a:defRPr>
            </a:lvl7pPr>
            <a:lvl8pPr marL="3429000" indent="-228600" eaLnBrk="0" fontAlgn="base" hangingPunct="0">
              <a:spcBef>
                <a:spcPct val="0"/>
              </a:spcBef>
              <a:spcAft>
                <a:spcPct val="0"/>
              </a:spcAft>
              <a:defRPr sz="2400">
                <a:solidFill>
                  <a:schemeClr val="tx1"/>
                </a:solidFill>
                <a:latin typeface="Calibri" pitchFamily="34" charset="0"/>
                <a:ea typeface="MS PGothic" pitchFamily="34" charset="-128"/>
              </a:defRPr>
            </a:lvl8pPr>
            <a:lvl9pPr marL="3886200" indent="-228600" eaLnBrk="0" fontAlgn="base" hangingPunct="0">
              <a:spcBef>
                <a:spcPct val="0"/>
              </a:spcBef>
              <a:spcAft>
                <a:spcPct val="0"/>
              </a:spcAft>
              <a:defRPr sz="2400">
                <a:solidFill>
                  <a:schemeClr val="tx1"/>
                </a:solidFill>
                <a:latin typeface="Calibri" pitchFamily="34" charset="0"/>
                <a:ea typeface="MS PGothic" pitchFamily="34" charset="-128"/>
              </a:defRPr>
            </a:lvl9pPr>
          </a:lstStyle>
          <a:p>
            <a:pPr eaLnBrk="1" hangingPunct="1">
              <a:defRPr/>
            </a:pPr>
            <a:endParaRPr lang="de-DE" altLang="de-DE" sz="1800">
              <a:cs typeface="Arial" pitchFamily="34" charset="0"/>
            </a:endParaRPr>
          </a:p>
        </p:txBody>
      </p:sp>
      <p:sp>
        <p:nvSpPr>
          <p:cNvPr id="10" name="Textplatzhalter 9"/>
          <p:cNvSpPr>
            <a:spLocks noGrp="1"/>
          </p:cNvSpPr>
          <p:nvPr>
            <p:ph type="body" sz="quarter" idx="10" hasCustomPrompt="1"/>
          </p:nvPr>
        </p:nvSpPr>
        <p:spPr>
          <a:xfrm>
            <a:off x="8867542" y="2996952"/>
            <a:ext cx="2845083" cy="720080"/>
          </a:xfrm>
        </p:spPr>
        <p:txBody>
          <a:bodyPr tIns="0" rIns="0" bIns="0" anchor="t"/>
          <a:lstStyle>
            <a:lvl1pPr marL="0" indent="0">
              <a:lnSpc>
                <a:spcPct val="150000"/>
              </a:lnSpc>
              <a:buNone/>
              <a:defRPr sz="2200" b="1"/>
            </a:lvl1pPr>
          </a:lstStyle>
          <a:p>
            <a:pPr lvl="0"/>
            <a:r>
              <a:rPr lang="de-DE" dirty="0"/>
              <a:t>ÜBERSCHRIFT</a:t>
            </a:r>
          </a:p>
        </p:txBody>
      </p:sp>
      <p:sp>
        <p:nvSpPr>
          <p:cNvPr id="11" name="Textplatzhalter 9"/>
          <p:cNvSpPr>
            <a:spLocks noGrp="1"/>
          </p:cNvSpPr>
          <p:nvPr>
            <p:ph type="body" sz="quarter" idx="11" hasCustomPrompt="1"/>
          </p:nvPr>
        </p:nvSpPr>
        <p:spPr>
          <a:xfrm>
            <a:off x="5303319" y="3717032"/>
            <a:ext cx="2736897" cy="2231801"/>
          </a:xfrm>
        </p:spPr>
        <p:txBody>
          <a:bodyPr anchor="b"/>
          <a:lstStyle>
            <a:lvl1pPr marL="0" indent="0">
              <a:lnSpc>
                <a:spcPct val="150000"/>
              </a:lnSpc>
              <a:buNone/>
              <a:defRPr sz="2200" b="1"/>
            </a:lvl1pPr>
          </a:lstStyle>
          <a:p>
            <a:pPr lvl="0"/>
            <a:r>
              <a:rPr lang="de-DE" dirty="0"/>
              <a:t>ÜBERSCHRIFT</a:t>
            </a:r>
          </a:p>
        </p:txBody>
      </p:sp>
      <p:sp>
        <p:nvSpPr>
          <p:cNvPr id="14" name="Textplatzhalter 13"/>
          <p:cNvSpPr>
            <a:spLocks noGrp="1"/>
          </p:cNvSpPr>
          <p:nvPr>
            <p:ph type="body" sz="quarter" idx="12"/>
          </p:nvPr>
        </p:nvSpPr>
        <p:spPr>
          <a:xfrm>
            <a:off x="8867243" y="3574926"/>
            <a:ext cx="2845382" cy="1800225"/>
          </a:xfrm>
        </p:spPr>
        <p:txBody>
          <a:bodyPr/>
          <a:lstStyle>
            <a:lvl1pPr marL="0" indent="0">
              <a:buNone/>
              <a:defRPr/>
            </a:lvl1pPr>
            <a:lvl2pPr marL="266700" indent="0">
              <a:buNone/>
              <a:defRPr/>
            </a:lvl2pPr>
            <a:lvl3pPr marL="542925" indent="0">
              <a:buNone/>
              <a:defRPr/>
            </a:lvl3pPr>
            <a:lvl4pPr marL="809625" indent="0">
              <a:buNone/>
              <a:defRPr/>
            </a:lvl4pPr>
            <a:lvl5pPr marL="1076325" indent="0">
              <a:buNone/>
              <a:defRPr/>
            </a:lvl5pPr>
          </a:lstStyle>
          <a:p>
            <a:pPr lvl="0"/>
            <a:r>
              <a:rPr lang="de-DE" dirty="0"/>
              <a:t>Mastertextformat</a:t>
            </a:r>
          </a:p>
        </p:txBody>
      </p:sp>
      <p:pic>
        <p:nvPicPr>
          <p:cNvPr id="3" name="Grafik 2">
            <a:extLst>
              <a:ext uri="{FF2B5EF4-FFF2-40B4-BE49-F238E27FC236}">
                <a16:creationId xmlns:a16="http://schemas.microsoft.com/office/drawing/2014/main" id="{D1A4DEDB-1913-094B-A031-F2D1C477CD31}"/>
              </a:ext>
            </a:extLst>
          </p:cNvPr>
          <p:cNvPicPr>
            <a:picLocks noChangeAspect="1"/>
          </p:cNvPicPr>
          <p:nvPr userDrawn="1"/>
        </p:nvPicPr>
        <p:blipFill>
          <a:blip r:embed="rId3"/>
          <a:stretch>
            <a:fillRect/>
          </a:stretch>
        </p:blipFill>
        <p:spPr>
          <a:xfrm>
            <a:off x="9766300" y="6502400"/>
            <a:ext cx="2425700" cy="355600"/>
          </a:xfrm>
          <a:prstGeom prst="rect">
            <a:avLst/>
          </a:prstGeom>
        </p:spPr>
      </p:pic>
    </p:spTree>
    <p:extLst>
      <p:ext uri="{BB962C8B-B14F-4D97-AF65-F5344CB8AC3E}">
        <p14:creationId xmlns:p14="http://schemas.microsoft.com/office/powerpoint/2010/main" val="1245626021"/>
      </p:ext>
    </p:extLst>
  </p:cSld>
  <p:clrMapOvr>
    <a:masterClrMapping/>
  </p:clrMapOvr>
  <p:extLst>
    <p:ext uri="{DCECCB84-F9BA-43D5-87BE-67443E8EF086}">
      <p15:sldGuideLst xmlns:p15="http://schemas.microsoft.com/office/powerpoint/2012/main">
        <p15:guide id="1" orient="horz" pos="799" userDrawn="1">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extfolie">
    <p:spTree>
      <p:nvGrpSpPr>
        <p:cNvPr id="1" name=""/>
        <p:cNvGrpSpPr/>
        <p:nvPr/>
      </p:nvGrpSpPr>
      <p:grpSpPr>
        <a:xfrm>
          <a:off x="0" y="0"/>
          <a:ext cx="0" cy="0"/>
          <a:chOff x="0" y="0"/>
          <a:chExt cx="0" cy="0"/>
        </a:xfrm>
      </p:grpSpPr>
      <p:sp>
        <p:nvSpPr>
          <p:cNvPr id="4" name="Foliennummernplatzhalter 5"/>
          <p:cNvSpPr>
            <a:spLocks noGrp="1"/>
          </p:cNvSpPr>
          <p:nvPr>
            <p:ph type="sldNum" sz="quarter" idx="10"/>
          </p:nvPr>
        </p:nvSpPr>
        <p:spPr/>
        <p:txBody>
          <a:bodyPr/>
          <a:lstStyle>
            <a:lvl1pPr>
              <a:defRPr/>
            </a:lvl1pPr>
          </a:lstStyle>
          <a:p>
            <a:pPr>
              <a:defRPr/>
            </a:pPr>
            <a:fld id="{B5BCC05E-6BB9-F44C-AA5C-18037A9C729E}" type="slidenum">
              <a:rPr lang="de-DE" altLang="de-DE" smtClean="0"/>
              <a:pPr>
                <a:defRPr/>
              </a:pPr>
              <a:t>‹Nr.›</a:t>
            </a:fld>
            <a:endParaRPr lang="de-DE" altLang="de-DE" dirty="0"/>
          </a:p>
        </p:txBody>
      </p:sp>
      <p:sp>
        <p:nvSpPr>
          <p:cNvPr id="5" name="Titel 2"/>
          <p:cNvSpPr>
            <a:spLocks noGrp="1"/>
          </p:cNvSpPr>
          <p:nvPr>
            <p:ph type="title"/>
          </p:nvPr>
        </p:nvSpPr>
        <p:spPr>
          <a:xfrm>
            <a:off x="432000" y="1080001"/>
            <a:ext cx="11228917" cy="574675"/>
          </a:xfrm>
        </p:spPr>
        <p:txBody>
          <a:bodyPr lIns="0"/>
          <a:lstStyle/>
          <a:p>
            <a:r>
              <a:rPr lang="de-DE" dirty="0"/>
              <a:t>Mastertitelformat bearbeiten</a:t>
            </a:r>
            <a:endParaRPr lang="de-DE" altLang="de-DE" sz="2200" dirty="0">
              <a:latin typeface="Arial" charset="0"/>
              <a:ea typeface="MS PGothic" charset="-128"/>
              <a:cs typeface="Arial" charset="0"/>
            </a:endParaRPr>
          </a:p>
        </p:txBody>
      </p:sp>
      <p:sp>
        <p:nvSpPr>
          <p:cNvPr id="7" name="Textplatzhalter 7"/>
          <p:cNvSpPr>
            <a:spLocks noGrp="1"/>
          </p:cNvSpPr>
          <p:nvPr>
            <p:ph type="body" sz="quarter" idx="11"/>
          </p:nvPr>
        </p:nvSpPr>
        <p:spPr>
          <a:xfrm>
            <a:off x="432001" y="1620000"/>
            <a:ext cx="11232619" cy="4617288"/>
          </a:xfrm>
        </p:spPr>
        <p:txBody>
          <a:bodyPr lIns="0"/>
          <a:lstStyle>
            <a:lvl1pPr marL="0" indent="0">
              <a:buNone/>
              <a:defRPr sz="1800"/>
            </a:lvl1pPr>
          </a:lstStyle>
          <a:p>
            <a:pPr lvl="0"/>
            <a:r>
              <a:rPr lang="de-DE" dirty="0"/>
              <a:t>Mastertextformat bearbeiten</a:t>
            </a:r>
          </a:p>
        </p:txBody>
      </p:sp>
    </p:spTree>
    <p:extLst>
      <p:ext uri="{BB962C8B-B14F-4D97-AF65-F5344CB8AC3E}">
        <p14:creationId xmlns:p14="http://schemas.microsoft.com/office/powerpoint/2010/main" val="1939881767"/>
      </p:ext>
    </p:extLst>
  </p:cSld>
  <p:clrMapOvr>
    <a:masterClrMapping/>
  </p:clrMapOvr>
  <p:extLst>
    <p:ext uri="{DCECCB84-F9BA-43D5-87BE-67443E8EF086}">
      <p15:sldGuideLst xmlns:p15="http://schemas.microsoft.com/office/powerpoint/2012/main">
        <p15:guide id="1" orient="horz" pos="1071" userDrawn="1">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1_Textfolie">
    <p:spTree>
      <p:nvGrpSpPr>
        <p:cNvPr id="1" name=""/>
        <p:cNvGrpSpPr/>
        <p:nvPr/>
      </p:nvGrpSpPr>
      <p:grpSpPr>
        <a:xfrm>
          <a:off x="0" y="0"/>
          <a:ext cx="0" cy="0"/>
          <a:chOff x="0" y="0"/>
          <a:chExt cx="0" cy="0"/>
        </a:xfrm>
      </p:grpSpPr>
      <p:sp>
        <p:nvSpPr>
          <p:cNvPr id="4" name="Foliennummernplatzhalter 5"/>
          <p:cNvSpPr>
            <a:spLocks noGrp="1"/>
          </p:cNvSpPr>
          <p:nvPr>
            <p:ph type="sldNum" sz="quarter" idx="10"/>
          </p:nvPr>
        </p:nvSpPr>
        <p:spPr/>
        <p:txBody>
          <a:bodyPr/>
          <a:lstStyle>
            <a:lvl1pPr>
              <a:defRPr/>
            </a:lvl1pPr>
          </a:lstStyle>
          <a:p>
            <a:pPr>
              <a:defRPr/>
            </a:pPr>
            <a:fld id="{B5BCC05E-6BB9-F44C-AA5C-18037A9C729E}" type="slidenum">
              <a:rPr lang="de-DE" altLang="de-DE" smtClean="0"/>
              <a:pPr>
                <a:defRPr/>
              </a:pPr>
              <a:t>‹Nr.›</a:t>
            </a:fld>
            <a:endParaRPr lang="de-DE" altLang="de-DE" dirty="0"/>
          </a:p>
        </p:txBody>
      </p:sp>
      <p:sp>
        <p:nvSpPr>
          <p:cNvPr id="5" name="Titel 2"/>
          <p:cNvSpPr>
            <a:spLocks noGrp="1"/>
          </p:cNvSpPr>
          <p:nvPr>
            <p:ph type="title"/>
          </p:nvPr>
        </p:nvSpPr>
        <p:spPr>
          <a:xfrm>
            <a:off x="432000" y="1080001"/>
            <a:ext cx="11228917" cy="574675"/>
          </a:xfrm>
        </p:spPr>
        <p:txBody>
          <a:bodyPr lIns="0"/>
          <a:lstStyle/>
          <a:p>
            <a:r>
              <a:rPr lang="de-DE" dirty="0"/>
              <a:t>Mastertitelformat bearbeiten</a:t>
            </a:r>
            <a:endParaRPr lang="de-DE" altLang="de-DE" sz="2200" dirty="0">
              <a:latin typeface="Arial" charset="0"/>
              <a:ea typeface="MS PGothic" charset="-128"/>
              <a:cs typeface="Arial" charset="0"/>
            </a:endParaRPr>
          </a:p>
        </p:txBody>
      </p:sp>
      <p:sp>
        <p:nvSpPr>
          <p:cNvPr id="7" name="Textplatzhalter 7"/>
          <p:cNvSpPr>
            <a:spLocks noGrp="1"/>
          </p:cNvSpPr>
          <p:nvPr>
            <p:ph type="body" sz="quarter" idx="11"/>
          </p:nvPr>
        </p:nvSpPr>
        <p:spPr>
          <a:xfrm>
            <a:off x="432001" y="1620000"/>
            <a:ext cx="11232619" cy="1736992"/>
          </a:xfrm>
        </p:spPr>
        <p:txBody>
          <a:bodyPr lIns="0"/>
          <a:lstStyle>
            <a:lvl1pPr marL="0" indent="0">
              <a:buNone/>
              <a:defRPr sz="1800"/>
            </a:lvl1pPr>
          </a:lstStyle>
          <a:p>
            <a:pPr lvl="0"/>
            <a:r>
              <a:rPr lang="de-DE" dirty="0"/>
              <a:t>Mastertextformat bearbeiten</a:t>
            </a:r>
          </a:p>
        </p:txBody>
      </p:sp>
      <p:sp>
        <p:nvSpPr>
          <p:cNvPr id="8" name="Rectangle 7"/>
          <p:cNvSpPr>
            <a:spLocks noChangeArrowheads="1"/>
          </p:cNvSpPr>
          <p:nvPr userDrawn="1"/>
        </p:nvSpPr>
        <p:spPr bwMode="auto">
          <a:xfrm>
            <a:off x="432000" y="3068960"/>
            <a:ext cx="3551765" cy="3168328"/>
          </a:xfrm>
          <a:prstGeom prst="rect">
            <a:avLst/>
          </a:prstGeom>
          <a:solidFill>
            <a:srgbClr val="80BA24"/>
          </a:solidFill>
          <a:ln w="6350">
            <a:noFill/>
            <a:miter lim="800000"/>
            <a:headEnd/>
            <a:tailEnd/>
          </a:ln>
        </p:spPr>
        <p:txBody>
          <a:bodyPr wrap="none" anchor="ctr"/>
          <a:lstStyle>
            <a:lvl1pPr>
              <a:defRPr sz="2400">
                <a:solidFill>
                  <a:schemeClr val="tx1"/>
                </a:solidFill>
                <a:latin typeface="Calibri" pitchFamily="34" charset="0"/>
                <a:ea typeface="MS PGothic" pitchFamily="34" charset="-128"/>
              </a:defRPr>
            </a:lvl1pPr>
            <a:lvl2pPr marL="742950" indent="-285750">
              <a:defRPr sz="2400">
                <a:solidFill>
                  <a:schemeClr val="tx1"/>
                </a:solidFill>
                <a:latin typeface="Calibri" pitchFamily="34" charset="0"/>
                <a:ea typeface="MS PGothic" pitchFamily="34" charset="-128"/>
              </a:defRPr>
            </a:lvl2pPr>
            <a:lvl3pPr marL="1143000" indent="-228600">
              <a:defRPr sz="2400">
                <a:solidFill>
                  <a:schemeClr val="tx1"/>
                </a:solidFill>
                <a:latin typeface="Calibri" pitchFamily="34" charset="0"/>
                <a:ea typeface="MS PGothic" pitchFamily="34" charset="-128"/>
              </a:defRPr>
            </a:lvl3pPr>
            <a:lvl4pPr marL="1600200" indent="-228600">
              <a:defRPr sz="2400">
                <a:solidFill>
                  <a:schemeClr val="tx1"/>
                </a:solidFill>
                <a:latin typeface="Calibri" pitchFamily="34" charset="0"/>
                <a:ea typeface="MS PGothic" pitchFamily="34" charset="-128"/>
              </a:defRPr>
            </a:lvl4pPr>
            <a:lvl5pPr marL="2057400" indent="-228600">
              <a:defRPr sz="2400">
                <a:solidFill>
                  <a:schemeClr val="tx1"/>
                </a:solidFill>
                <a:latin typeface="Calibri" pitchFamily="34" charset="0"/>
                <a:ea typeface="MS PGothic" pitchFamily="34" charset="-128"/>
              </a:defRPr>
            </a:lvl5pPr>
            <a:lvl6pPr marL="2514600" indent="-228600" eaLnBrk="0" fontAlgn="base" hangingPunct="0">
              <a:spcBef>
                <a:spcPct val="0"/>
              </a:spcBef>
              <a:spcAft>
                <a:spcPct val="0"/>
              </a:spcAft>
              <a:defRPr sz="2400">
                <a:solidFill>
                  <a:schemeClr val="tx1"/>
                </a:solidFill>
                <a:latin typeface="Calibri" pitchFamily="34" charset="0"/>
                <a:ea typeface="MS PGothic" pitchFamily="34" charset="-128"/>
              </a:defRPr>
            </a:lvl6pPr>
            <a:lvl7pPr marL="2971800" indent="-228600" eaLnBrk="0" fontAlgn="base" hangingPunct="0">
              <a:spcBef>
                <a:spcPct val="0"/>
              </a:spcBef>
              <a:spcAft>
                <a:spcPct val="0"/>
              </a:spcAft>
              <a:defRPr sz="2400">
                <a:solidFill>
                  <a:schemeClr val="tx1"/>
                </a:solidFill>
                <a:latin typeface="Calibri" pitchFamily="34" charset="0"/>
                <a:ea typeface="MS PGothic" pitchFamily="34" charset="-128"/>
              </a:defRPr>
            </a:lvl7pPr>
            <a:lvl8pPr marL="3429000" indent="-228600" eaLnBrk="0" fontAlgn="base" hangingPunct="0">
              <a:spcBef>
                <a:spcPct val="0"/>
              </a:spcBef>
              <a:spcAft>
                <a:spcPct val="0"/>
              </a:spcAft>
              <a:defRPr sz="2400">
                <a:solidFill>
                  <a:schemeClr val="tx1"/>
                </a:solidFill>
                <a:latin typeface="Calibri" pitchFamily="34" charset="0"/>
                <a:ea typeface="MS PGothic" pitchFamily="34" charset="-128"/>
              </a:defRPr>
            </a:lvl8pPr>
            <a:lvl9pPr marL="3886200" indent="-228600" eaLnBrk="0" fontAlgn="base" hangingPunct="0">
              <a:spcBef>
                <a:spcPct val="0"/>
              </a:spcBef>
              <a:spcAft>
                <a:spcPct val="0"/>
              </a:spcAft>
              <a:defRPr sz="2400">
                <a:solidFill>
                  <a:schemeClr val="tx1"/>
                </a:solidFill>
                <a:latin typeface="Calibri" pitchFamily="34" charset="0"/>
                <a:ea typeface="MS PGothic" pitchFamily="34" charset="-128"/>
              </a:defRPr>
            </a:lvl9pPr>
          </a:lstStyle>
          <a:p>
            <a:pPr eaLnBrk="1" hangingPunct="1">
              <a:defRPr/>
            </a:pPr>
            <a:endParaRPr lang="de-DE" altLang="de-DE" sz="1800">
              <a:cs typeface="Arial" pitchFamily="34" charset="0"/>
            </a:endParaRPr>
          </a:p>
        </p:txBody>
      </p:sp>
      <p:sp>
        <p:nvSpPr>
          <p:cNvPr id="9" name="Rectangle 7"/>
          <p:cNvSpPr>
            <a:spLocks noChangeArrowheads="1"/>
          </p:cNvSpPr>
          <p:nvPr userDrawn="1"/>
        </p:nvSpPr>
        <p:spPr bwMode="auto">
          <a:xfrm>
            <a:off x="4270576" y="3068960"/>
            <a:ext cx="3551765" cy="3168328"/>
          </a:xfrm>
          <a:prstGeom prst="rect">
            <a:avLst/>
          </a:prstGeom>
          <a:solidFill>
            <a:srgbClr val="80BA24"/>
          </a:solidFill>
          <a:ln w="6350">
            <a:noFill/>
            <a:miter lim="800000"/>
            <a:headEnd/>
            <a:tailEnd/>
          </a:ln>
        </p:spPr>
        <p:txBody>
          <a:bodyPr wrap="none" anchor="ctr"/>
          <a:lstStyle>
            <a:lvl1pPr>
              <a:defRPr sz="2400">
                <a:solidFill>
                  <a:schemeClr val="tx1"/>
                </a:solidFill>
                <a:latin typeface="Calibri" pitchFamily="34" charset="0"/>
                <a:ea typeface="MS PGothic" pitchFamily="34" charset="-128"/>
              </a:defRPr>
            </a:lvl1pPr>
            <a:lvl2pPr marL="742950" indent="-285750">
              <a:defRPr sz="2400">
                <a:solidFill>
                  <a:schemeClr val="tx1"/>
                </a:solidFill>
                <a:latin typeface="Calibri" pitchFamily="34" charset="0"/>
                <a:ea typeface="MS PGothic" pitchFamily="34" charset="-128"/>
              </a:defRPr>
            </a:lvl2pPr>
            <a:lvl3pPr marL="1143000" indent="-228600">
              <a:defRPr sz="2400">
                <a:solidFill>
                  <a:schemeClr val="tx1"/>
                </a:solidFill>
                <a:latin typeface="Calibri" pitchFamily="34" charset="0"/>
                <a:ea typeface="MS PGothic" pitchFamily="34" charset="-128"/>
              </a:defRPr>
            </a:lvl3pPr>
            <a:lvl4pPr marL="1600200" indent="-228600">
              <a:defRPr sz="2400">
                <a:solidFill>
                  <a:schemeClr val="tx1"/>
                </a:solidFill>
                <a:latin typeface="Calibri" pitchFamily="34" charset="0"/>
                <a:ea typeface="MS PGothic" pitchFamily="34" charset="-128"/>
              </a:defRPr>
            </a:lvl4pPr>
            <a:lvl5pPr marL="2057400" indent="-228600">
              <a:defRPr sz="2400">
                <a:solidFill>
                  <a:schemeClr val="tx1"/>
                </a:solidFill>
                <a:latin typeface="Calibri" pitchFamily="34" charset="0"/>
                <a:ea typeface="MS PGothic" pitchFamily="34" charset="-128"/>
              </a:defRPr>
            </a:lvl5pPr>
            <a:lvl6pPr marL="2514600" indent="-228600" eaLnBrk="0" fontAlgn="base" hangingPunct="0">
              <a:spcBef>
                <a:spcPct val="0"/>
              </a:spcBef>
              <a:spcAft>
                <a:spcPct val="0"/>
              </a:spcAft>
              <a:defRPr sz="2400">
                <a:solidFill>
                  <a:schemeClr val="tx1"/>
                </a:solidFill>
                <a:latin typeface="Calibri" pitchFamily="34" charset="0"/>
                <a:ea typeface="MS PGothic" pitchFamily="34" charset="-128"/>
              </a:defRPr>
            </a:lvl6pPr>
            <a:lvl7pPr marL="2971800" indent="-228600" eaLnBrk="0" fontAlgn="base" hangingPunct="0">
              <a:spcBef>
                <a:spcPct val="0"/>
              </a:spcBef>
              <a:spcAft>
                <a:spcPct val="0"/>
              </a:spcAft>
              <a:defRPr sz="2400">
                <a:solidFill>
                  <a:schemeClr val="tx1"/>
                </a:solidFill>
                <a:latin typeface="Calibri" pitchFamily="34" charset="0"/>
                <a:ea typeface="MS PGothic" pitchFamily="34" charset="-128"/>
              </a:defRPr>
            </a:lvl7pPr>
            <a:lvl8pPr marL="3429000" indent="-228600" eaLnBrk="0" fontAlgn="base" hangingPunct="0">
              <a:spcBef>
                <a:spcPct val="0"/>
              </a:spcBef>
              <a:spcAft>
                <a:spcPct val="0"/>
              </a:spcAft>
              <a:defRPr sz="2400">
                <a:solidFill>
                  <a:schemeClr val="tx1"/>
                </a:solidFill>
                <a:latin typeface="Calibri" pitchFamily="34" charset="0"/>
                <a:ea typeface="MS PGothic" pitchFamily="34" charset="-128"/>
              </a:defRPr>
            </a:lvl8pPr>
            <a:lvl9pPr marL="3886200" indent="-228600" eaLnBrk="0" fontAlgn="base" hangingPunct="0">
              <a:spcBef>
                <a:spcPct val="0"/>
              </a:spcBef>
              <a:spcAft>
                <a:spcPct val="0"/>
              </a:spcAft>
              <a:defRPr sz="2400">
                <a:solidFill>
                  <a:schemeClr val="tx1"/>
                </a:solidFill>
                <a:latin typeface="Calibri" pitchFamily="34" charset="0"/>
                <a:ea typeface="MS PGothic" pitchFamily="34" charset="-128"/>
              </a:defRPr>
            </a:lvl9pPr>
          </a:lstStyle>
          <a:p>
            <a:pPr eaLnBrk="1" hangingPunct="1">
              <a:defRPr/>
            </a:pPr>
            <a:endParaRPr lang="de-DE" altLang="de-DE" sz="1800">
              <a:cs typeface="Arial" pitchFamily="34" charset="0"/>
            </a:endParaRPr>
          </a:p>
        </p:txBody>
      </p:sp>
      <p:sp>
        <p:nvSpPr>
          <p:cNvPr id="11" name="Rectangle 7"/>
          <p:cNvSpPr>
            <a:spLocks noChangeArrowheads="1"/>
          </p:cNvSpPr>
          <p:nvPr userDrawn="1"/>
        </p:nvSpPr>
        <p:spPr bwMode="auto">
          <a:xfrm>
            <a:off x="8112000" y="3068960"/>
            <a:ext cx="3551765" cy="3168328"/>
          </a:xfrm>
          <a:prstGeom prst="rect">
            <a:avLst/>
          </a:prstGeom>
          <a:solidFill>
            <a:srgbClr val="80BA24"/>
          </a:solidFill>
          <a:ln w="6350">
            <a:noFill/>
            <a:miter lim="800000"/>
            <a:headEnd/>
            <a:tailEnd/>
          </a:ln>
        </p:spPr>
        <p:txBody>
          <a:bodyPr wrap="none" anchor="ctr"/>
          <a:lstStyle>
            <a:lvl1pPr>
              <a:defRPr sz="2400">
                <a:solidFill>
                  <a:schemeClr val="tx1"/>
                </a:solidFill>
                <a:latin typeface="Calibri" pitchFamily="34" charset="0"/>
                <a:ea typeface="MS PGothic" pitchFamily="34" charset="-128"/>
              </a:defRPr>
            </a:lvl1pPr>
            <a:lvl2pPr marL="742950" indent="-285750">
              <a:defRPr sz="2400">
                <a:solidFill>
                  <a:schemeClr val="tx1"/>
                </a:solidFill>
                <a:latin typeface="Calibri" pitchFamily="34" charset="0"/>
                <a:ea typeface="MS PGothic" pitchFamily="34" charset="-128"/>
              </a:defRPr>
            </a:lvl2pPr>
            <a:lvl3pPr marL="1143000" indent="-228600">
              <a:defRPr sz="2400">
                <a:solidFill>
                  <a:schemeClr val="tx1"/>
                </a:solidFill>
                <a:latin typeface="Calibri" pitchFamily="34" charset="0"/>
                <a:ea typeface="MS PGothic" pitchFamily="34" charset="-128"/>
              </a:defRPr>
            </a:lvl3pPr>
            <a:lvl4pPr marL="1600200" indent="-228600">
              <a:defRPr sz="2400">
                <a:solidFill>
                  <a:schemeClr val="tx1"/>
                </a:solidFill>
                <a:latin typeface="Calibri" pitchFamily="34" charset="0"/>
                <a:ea typeface="MS PGothic" pitchFamily="34" charset="-128"/>
              </a:defRPr>
            </a:lvl4pPr>
            <a:lvl5pPr marL="2057400" indent="-228600">
              <a:defRPr sz="2400">
                <a:solidFill>
                  <a:schemeClr val="tx1"/>
                </a:solidFill>
                <a:latin typeface="Calibri" pitchFamily="34" charset="0"/>
                <a:ea typeface="MS PGothic" pitchFamily="34" charset="-128"/>
              </a:defRPr>
            </a:lvl5pPr>
            <a:lvl6pPr marL="2514600" indent="-228600" eaLnBrk="0" fontAlgn="base" hangingPunct="0">
              <a:spcBef>
                <a:spcPct val="0"/>
              </a:spcBef>
              <a:spcAft>
                <a:spcPct val="0"/>
              </a:spcAft>
              <a:defRPr sz="2400">
                <a:solidFill>
                  <a:schemeClr val="tx1"/>
                </a:solidFill>
                <a:latin typeface="Calibri" pitchFamily="34" charset="0"/>
                <a:ea typeface="MS PGothic" pitchFamily="34" charset="-128"/>
              </a:defRPr>
            </a:lvl6pPr>
            <a:lvl7pPr marL="2971800" indent="-228600" eaLnBrk="0" fontAlgn="base" hangingPunct="0">
              <a:spcBef>
                <a:spcPct val="0"/>
              </a:spcBef>
              <a:spcAft>
                <a:spcPct val="0"/>
              </a:spcAft>
              <a:defRPr sz="2400">
                <a:solidFill>
                  <a:schemeClr val="tx1"/>
                </a:solidFill>
                <a:latin typeface="Calibri" pitchFamily="34" charset="0"/>
                <a:ea typeface="MS PGothic" pitchFamily="34" charset="-128"/>
              </a:defRPr>
            </a:lvl7pPr>
            <a:lvl8pPr marL="3429000" indent="-228600" eaLnBrk="0" fontAlgn="base" hangingPunct="0">
              <a:spcBef>
                <a:spcPct val="0"/>
              </a:spcBef>
              <a:spcAft>
                <a:spcPct val="0"/>
              </a:spcAft>
              <a:defRPr sz="2400">
                <a:solidFill>
                  <a:schemeClr val="tx1"/>
                </a:solidFill>
                <a:latin typeface="Calibri" pitchFamily="34" charset="0"/>
                <a:ea typeface="MS PGothic" pitchFamily="34" charset="-128"/>
              </a:defRPr>
            </a:lvl8pPr>
            <a:lvl9pPr marL="3886200" indent="-228600" eaLnBrk="0" fontAlgn="base" hangingPunct="0">
              <a:spcBef>
                <a:spcPct val="0"/>
              </a:spcBef>
              <a:spcAft>
                <a:spcPct val="0"/>
              </a:spcAft>
              <a:defRPr sz="2400">
                <a:solidFill>
                  <a:schemeClr val="tx1"/>
                </a:solidFill>
                <a:latin typeface="Calibri" pitchFamily="34" charset="0"/>
                <a:ea typeface="MS PGothic" pitchFamily="34" charset="-128"/>
              </a:defRPr>
            </a:lvl9pPr>
          </a:lstStyle>
          <a:p>
            <a:pPr eaLnBrk="1" hangingPunct="1">
              <a:defRPr/>
            </a:pPr>
            <a:endParaRPr lang="de-DE" altLang="de-DE" sz="1800">
              <a:cs typeface="Arial" pitchFamily="34" charset="0"/>
            </a:endParaRPr>
          </a:p>
        </p:txBody>
      </p:sp>
      <p:sp>
        <p:nvSpPr>
          <p:cNvPr id="12" name="Textplatzhalter 11"/>
          <p:cNvSpPr>
            <a:spLocks noGrp="1"/>
          </p:cNvSpPr>
          <p:nvPr>
            <p:ph type="body" sz="quarter" idx="12" hasCustomPrompt="1"/>
          </p:nvPr>
        </p:nvSpPr>
        <p:spPr>
          <a:xfrm>
            <a:off x="566640" y="3212976"/>
            <a:ext cx="2880320" cy="768596"/>
          </a:xfrm>
        </p:spPr>
        <p:txBody>
          <a:bodyPr lIns="90000" rIns="90000"/>
          <a:lstStyle>
            <a:lvl1pPr marL="0" indent="0">
              <a:buNone/>
              <a:defRPr sz="2400" b="1">
                <a:solidFill>
                  <a:schemeClr val="bg1"/>
                </a:solidFill>
              </a:defRPr>
            </a:lvl1pPr>
          </a:lstStyle>
          <a:p>
            <a:pPr lvl="0"/>
            <a:r>
              <a:rPr lang="de-DE" sz="2400" dirty="0"/>
              <a:t>Text</a:t>
            </a:r>
            <a:endParaRPr lang="de-DE" dirty="0"/>
          </a:p>
        </p:txBody>
      </p:sp>
      <p:sp>
        <p:nvSpPr>
          <p:cNvPr id="14" name="Textplatzhalter 11"/>
          <p:cNvSpPr>
            <a:spLocks noGrp="1"/>
          </p:cNvSpPr>
          <p:nvPr>
            <p:ph type="body" sz="quarter" idx="13" hasCustomPrompt="1"/>
          </p:nvPr>
        </p:nvSpPr>
        <p:spPr>
          <a:xfrm>
            <a:off x="4416240" y="3212976"/>
            <a:ext cx="2880320" cy="768596"/>
          </a:xfrm>
        </p:spPr>
        <p:txBody>
          <a:bodyPr lIns="90000" rIns="90000"/>
          <a:lstStyle>
            <a:lvl1pPr marL="0" indent="0">
              <a:buNone/>
              <a:defRPr sz="2400" b="1">
                <a:solidFill>
                  <a:schemeClr val="bg1"/>
                </a:solidFill>
              </a:defRPr>
            </a:lvl1pPr>
          </a:lstStyle>
          <a:p>
            <a:pPr lvl="0"/>
            <a:r>
              <a:rPr lang="de-DE" sz="2400" dirty="0"/>
              <a:t>Text</a:t>
            </a:r>
            <a:endParaRPr lang="de-DE" dirty="0"/>
          </a:p>
        </p:txBody>
      </p:sp>
      <p:sp>
        <p:nvSpPr>
          <p:cNvPr id="15" name="Textplatzhalter 11"/>
          <p:cNvSpPr>
            <a:spLocks noGrp="1"/>
          </p:cNvSpPr>
          <p:nvPr>
            <p:ph type="body" sz="quarter" idx="14" hasCustomPrompt="1"/>
          </p:nvPr>
        </p:nvSpPr>
        <p:spPr>
          <a:xfrm>
            <a:off x="8256240" y="3214316"/>
            <a:ext cx="2880320" cy="768596"/>
          </a:xfrm>
        </p:spPr>
        <p:txBody>
          <a:bodyPr lIns="90000" rIns="90000"/>
          <a:lstStyle>
            <a:lvl1pPr marL="0" indent="0">
              <a:buNone/>
              <a:defRPr sz="2400" b="1">
                <a:solidFill>
                  <a:schemeClr val="bg1"/>
                </a:solidFill>
              </a:defRPr>
            </a:lvl1pPr>
          </a:lstStyle>
          <a:p>
            <a:pPr lvl="0"/>
            <a:r>
              <a:rPr lang="de-DE" sz="2400" dirty="0"/>
              <a:t>Text</a:t>
            </a:r>
            <a:endParaRPr lang="de-DE" dirty="0"/>
          </a:p>
        </p:txBody>
      </p:sp>
    </p:spTree>
  </p:cSld>
  <p:clrMapOvr>
    <a:masterClrMapping/>
  </p:clrMapOvr>
  <p:extLst>
    <p:ext uri="{DCECCB84-F9BA-43D5-87BE-67443E8EF086}">
      <p15:sldGuideLst xmlns:p15="http://schemas.microsoft.com/office/powerpoint/2012/main">
        <p15:guide id="1" orient="horz" pos="1071" userDrawn="1">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Kapitelfolie mit Bilder">
    <p:spTree>
      <p:nvGrpSpPr>
        <p:cNvPr id="1" name=""/>
        <p:cNvGrpSpPr/>
        <p:nvPr/>
      </p:nvGrpSpPr>
      <p:grpSpPr>
        <a:xfrm>
          <a:off x="0" y="0"/>
          <a:ext cx="0" cy="0"/>
          <a:chOff x="0" y="0"/>
          <a:chExt cx="0" cy="0"/>
        </a:xfrm>
      </p:grpSpPr>
      <p:sp>
        <p:nvSpPr>
          <p:cNvPr id="14" name="Bildplatzhalter 6"/>
          <p:cNvSpPr>
            <a:spLocks noGrp="1"/>
          </p:cNvSpPr>
          <p:nvPr>
            <p:ph type="pic" sz="quarter" idx="17"/>
          </p:nvPr>
        </p:nvSpPr>
        <p:spPr>
          <a:xfrm>
            <a:off x="8125885" y="1700808"/>
            <a:ext cx="3526167" cy="4536480"/>
          </a:xfrm>
        </p:spPr>
        <p:txBody>
          <a:bodyPr/>
          <a:lstStyle>
            <a:lvl1pPr marL="0" indent="0">
              <a:buFontTx/>
              <a:buNone/>
              <a:defRPr/>
            </a:lvl1pPr>
          </a:lstStyle>
          <a:p>
            <a:endParaRPr lang="de-DE" dirty="0"/>
          </a:p>
        </p:txBody>
      </p:sp>
      <p:sp>
        <p:nvSpPr>
          <p:cNvPr id="7" name="Bildplatzhalter 6"/>
          <p:cNvSpPr>
            <a:spLocks noGrp="1"/>
          </p:cNvSpPr>
          <p:nvPr>
            <p:ph type="pic" sz="quarter" idx="15"/>
          </p:nvPr>
        </p:nvSpPr>
        <p:spPr>
          <a:xfrm>
            <a:off x="432001" y="1700808"/>
            <a:ext cx="3526167" cy="4536480"/>
          </a:xfrm>
        </p:spPr>
        <p:txBody>
          <a:bodyPr/>
          <a:lstStyle>
            <a:lvl1pPr marL="0" indent="0">
              <a:buFontTx/>
              <a:buNone/>
              <a:defRPr/>
            </a:lvl1pPr>
          </a:lstStyle>
          <a:p>
            <a:endParaRPr lang="de-DE" dirty="0"/>
          </a:p>
        </p:txBody>
      </p:sp>
      <p:sp>
        <p:nvSpPr>
          <p:cNvPr id="13" name="Bildplatzhalter 6"/>
          <p:cNvSpPr>
            <a:spLocks noGrp="1"/>
          </p:cNvSpPr>
          <p:nvPr>
            <p:ph type="pic" sz="quarter" idx="16"/>
          </p:nvPr>
        </p:nvSpPr>
        <p:spPr>
          <a:xfrm>
            <a:off x="4271798" y="1700214"/>
            <a:ext cx="3526167" cy="4537075"/>
          </a:xfrm>
        </p:spPr>
        <p:txBody>
          <a:bodyPr/>
          <a:lstStyle>
            <a:lvl1pPr marL="0" indent="0">
              <a:buFontTx/>
              <a:buNone/>
              <a:defRPr/>
            </a:lvl1pPr>
          </a:lstStyle>
          <a:p>
            <a:endParaRPr lang="de-DE" dirty="0"/>
          </a:p>
        </p:txBody>
      </p:sp>
      <p:sp>
        <p:nvSpPr>
          <p:cNvPr id="2" name="Titel 1"/>
          <p:cNvSpPr>
            <a:spLocks noGrp="1"/>
          </p:cNvSpPr>
          <p:nvPr>
            <p:ph type="title"/>
          </p:nvPr>
        </p:nvSpPr>
        <p:spPr>
          <a:xfrm>
            <a:off x="432001" y="1080000"/>
            <a:ext cx="11324167" cy="576262"/>
          </a:xfrm>
        </p:spPr>
        <p:txBody>
          <a:bodyPr lIns="0"/>
          <a:lstStyle/>
          <a:p>
            <a:r>
              <a:rPr lang="de-DE" dirty="0"/>
              <a:t>Mastertitelformat bearbeiten</a:t>
            </a:r>
          </a:p>
        </p:txBody>
      </p:sp>
      <p:sp>
        <p:nvSpPr>
          <p:cNvPr id="3" name="Foliennummernplatzhalter 2"/>
          <p:cNvSpPr>
            <a:spLocks noGrp="1"/>
          </p:cNvSpPr>
          <p:nvPr>
            <p:ph type="sldNum" sz="quarter" idx="10"/>
          </p:nvPr>
        </p:nvSpPr>
        <p:spPr/>
        <p:txBody>
          <a:bodyPr/>
          <a:lstStyle/>
          <a:p>
            <a:pPr>
              <a:defRPr/>
            </a:pPr>
            <a:fld id="{2866142A-AFED-1443-8B06-6463BAB2C889}" type="slidenum">
              <a:rPr lang="de-DE" altLang="de-DE" smtClean="0"/>
              <a:pPr>
                <a:defRPr/>
              </a:pPr>
              <a:t>‹Nr.›</a:t>
            </a:fld>
            <a:endParaRPr lang="de-DE" altLang="de-DE"/>
          </a:p>
        </p:txBody>
      </p:sp>
      <p:sp>
        <p:nvSpPr>
          <p:cNvPr id="18" name="Textplatzhalter 17"/>
          <p:cNvSpPr>
            <a:spLocks noGrp="1"/>
          </p:cNvSpPr>
          <p:nvPr>
            <p:ph type="body" sz="quarter" idx="12"/>
          </p:nvPr>
        </p:nvSpPr>
        <p:spPr>
          <a:xfrm>
            <a:off x="760370" y="1883197"/>
            <a:ext cx="3097100" cy="628650"/>
          </a:xfrm>
        </p:spPr>
        <p:txBody>
          <a:bodyPr/>
          <a:lstStyle>
            <a:lvl1pPr marL="0" indent="0">
              <a:buNone/>
              <a:defRPr sz="1600" b="1">
                <a:solidFill>
                  <a:srgbClr val="FFFFFF"/>
                </a:solidFill>
              </a:defRPr>
            </a:lvl1pPr>
          </a:lstStyle>
          <a:p>
            <a:pPr marL="266700" marR="0" lvl="0" indent="-266700" algn="l" defTabSz="914400" rtl="0" eaLnBrk="1" fontAlgn="base" latinLnBrk="0" hangingPunct="1">
              <a:lnSpc>
                <a:spcPct val="100000"/>
              </a:lnSpc>
              <a:spcBef>
                <a:spcPct val="20000"/>
              </a:spcBef>
              <a:spcAft>
                <a:spcPct val="0"/>
              </a:spcAft>
              <a:buClr>
                <a:srgbClr val="80BA24"/>
              </a:buClr>
              <a:buSzPct val="106000"/>
              <a:tabLst/>
              <a:defRPr/>
            </a:pPr>
            <a:endParaRPr lang="de-DE" dirty="0"/>
          </a:p>
        </p:txBody>
      </p:sp>
      <p:sp>
        <p:nvSpPr>
          <p:cNvPr id="22" name="Textplatzhalter 21"/>
          <p:cNvSpPr>
            <a:spLocks noGrp="1"/>
          </p:cNvSpPr>
          <p:nvPr>
            <p:ph type="body" sz="quarter" idx="13"/>
          </p:nvPr>
        </p:nvSpPr>
        <p:spPr>
          <a:xfrm>
            <a:off x="4606943" y="1817219"/>
            <a:ext cx="3203556" cy="741362"/>
          </a:xfrm>
        </p:spPr>
        <p:txBody>
          <a:bodyPr/>
          <a:lstStyle>
            <a:lvl1pPr marL="0" indent="0">
              <a:buNone/>
              <a:defRPr sz="1600" b="1">
                <a:solidFill>
                  <a:schemeClr val="bg1"/>
                </a:solidFill>
              </a:defRPr>
            </a:lvl1pPr>
          </a:lstStyle>
          <a:p>
            <a:pPr marL="266700" marR="0" lvl="0" indent="-266700" algn="l" defTabSz="914400" rtl="0" eaLnBrk="1" fontAlgn="base" latinLnBrk="0" hangingPunct="1">
              <a:lnSpc>
                <a:spcPct val="100000"/>
              </a:lnSpc>
              <a:spcBef>
                <a:spcPct val="20000"/>
              </a:spcBef>
              <a:spcAft>
                <a:spcPct val="0"/>
              </a:spcAft>
              <a:buClr>
                <a:srgbClr val="80BA24"/>
              </a:buClr>
              <a:buSzPct val="106000"/>
              <a:tabLst/>
              <a:defRPr/>
            </a:pPr>
            <a:endParaRPr lang="de-DE" dirty="0"/>
          </a:p>
        </p:txBody>
      </p:sp>
      <p:sp>
        <p:nvSpPr>
          <p:cNvPr id="24" name="Textplatzhalter 23"/>
          <p:cNvSpPr>
            <a:spLocks noGrp="1"/>
          </p:cNvSpPr>
          <p:nvPr>
            <p:ph type="body" sz="quarter" idx="14"/>
          </p:nvPr>
        </p:nvSpPr>
        <p:spPr>
          <a:xfrm>
            <a:off x="8464551" y="1817220"/>
            <a:ext cx="3187700" cy="809625"/>
          </a:xfrm>
        </p:spPr>
        <p:txBody>
          <a:bodyPr/>
          <a:lstStyle>
            <a:lvl1pPr marL="0" indent="0">
              <a:buNone/>
              <a:defRPr sz="1600" b="1">
                <a:solidFill>
                  <a:schemeClr val="bg1"/>
                </a:solidFill>
              </a:defRPr>
            </a:lvl1pPr>
          </a:lstStyle>
          <a:p>
            <a:pPr lvl="0"/>
            <a:endParaRPr lang="de-DE" dirty="0"/>
          </a:p>
        </p:txBody>
      </p:sp>
    </p:spTree>
    <p:extLst>
      <p:ext uri="{BB962C8B-B14F-4D97-AF65-F5344CB8AC3E}">
        <p14:creationId xmlns:p14="http://schemas.microsoft.com/office/powerpoint/2010/main" val="1870272515"/>
      </p:ext>
    </p:extLst>
  </p:cSld>
  <p:clrMapOvr>
    <a:masterClrMapping/>
  </p:clrMapOvr>
  <p:extLst>
    <p:ext uri="{DCECCB84-F9BA-43D5-87BE-67443E8EF086}">
      <p15:sldGuideLst xmlns:p15="http://schemas.microsoft.com/office/powerpoint/2012/main">
        <p15:guide id="1" orient="horz" pos="1071" userDrawn="1">
          <p15:clr>
            <a:srgbClr val="FBAE40"/>
          </p15:clr>
        </p15:guide>
        <p15:guide id="2" pos="272" userDrawn="1">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1_Textfeld+Aufzählung im Block">
    <p:spTree>
      <p:nvGrpSpPr>
        <p:cNvPr id="1" name=""/>
        <p:cNvGrpSpPr/>
        <p:nvPr/>
      </p:nvGrpSpPr>
      <p:grpSpPr>
        <a:xfrm>
          <a:off x="0" y="0"/>
          <a:ext cx="0" cy="0"/>
          <a:chOff x="0" y="0"/>
          <a:chExt cx="0" cy="0"/>
        </a:xfrm>
      </p:grpSpPr>
      <p:sp>
        <p:nvSpPr>
          <p:cNvPr id="16" name="Rechteck 15"/>
          <p:cNvSpPr/>
          <p:nvPr userDrawn="1"/>
        </p:nvSpPr>
        <p:spPr>
          <a:xfrm>
            <a:off x="1703512" y="2780927"/>
            <a:ext cx="9950855" cy="1584177"/>
          </a:xfrm>
          <a:prstGeom prst="rect">
            <a:avLst/>
          </a:prstGeom>
          <a:solidFill>
            <a:srgbClr val="DFE5E6"/>
          </a:solidFill>
          <a:ln>
            <a:noFill/>
          </a:ln>
          <a:effectLst/>
        </p:spPr>
        <p:style>
          <a:lnRef idx="1">
            <a:schemeClr val="accent1"/>
          </a:lnRef>
          <a:fillRef idx="3">
            <a:schemeClr val="accent1"/>
          </a:fillRef>
          <a:effectRef idx="2">
            <a:schemeClr val="accent1"/>
          </a:effectRef>
          <a:fontRef idx="minor">
            <a:schemeClr val="lt1"/>
          </a:fontRef>
        </p:style>
        <p:txBody>
          <a:bodyPr anchor="ctr"/>
          <a:lstStyle/>
          <a:p>
            <a:pPr algn="ctr" eaLnBrk="1" hangingPunct="1">
              <a:defRPr/>
            </a:pPr>
            <a:endParaRPr lang="de-DE">
              <a:solidFill>
                <a:srgbClr val="FFFFFF"/>
              </a:solidFill>
              <a:ea typeface="ＭＳ Ｐゴシック" charset="0"/>
              <a:cs typeface="ＭＳ Ｐゴシック" charset="0"/>
            </a:endParaRPr>
          </a:p>
        </p:txBody>
      </p:sp>
      <p:sp>
        <p:nvSpPr>
          <p:cNvPr id="4" name="Foliennummernplatzhalter 5"/>
          <p:cNvSpPr>
            <a:spLocks noGrp="1"/>
          </p:cNvSpPr>
          <p:nvPr>
            <p:ph type="sldNum" sz="quarter" idx="10"/>
          </p:nvPr>
        </p:nvSpPr>
        <p:spPr/>
        <p:txBody>
          <a:bodyPr/>
          <a:lstStyle>
            <a:lvl1pPr>
              <a:defRPr/>
            </a:lvl1pPr>
          </a:lstStyle>
          <a:p>
            <a:pPr>
              <a:defRPr/>
            </a:pPr>
            <a:fld id="{A5228DEF-7D63-224F-B0E5-713CE21DF6E5}" type="slidenum">
              <a:rPr lang="de-DE" altLang="de-DE"/>
              <a:pPr>
                <a:defRPr/>
              </a:pPr>
              <a:t>‹Nr.›</a:t>
            </a:fld>
            <a:endParaRPr lang="de-DE" altLang="de-DE"/>
          </a:p>
        </p:txBody>
      </p:sp>
      <p:sp>
        <p:nvSpPr>
          <p:cNvPr id="7" name="Titel 2"/>
          <p:cNvSpPr>
            <a:spLocks noGrp="1"/>
          </p:cNvSpPr>
          <p:nvPr>
            <p:ph type="title"/>
          </p:nvPr>
        </p:nvSpPr>
        <p:spPr>
          <a:xfrm>
            <a:off x="431800" y="1080001"/>
            <a:ext cx="11228917" cy="574675"/>
          </a:xfrm>
        </p:spPr>
        <p:txBody>
          <a:bodyPr lIns="0"/>
          <a:lstStyle/>
          <a:p>
            <a:r>
              <a:rPr lang="de-DE" dirty="0"/>
              <a:t>Mastertitelformat bearbeiten</a:t>
            </a:r>
            <a:endParaRPr lang="de-DE" altLang="de-DE" sz="2200" dirty="0">
              <a:latin typeface="Arial" charset="0"/>
              <a:ea typeface="MS PGothic" charset="-128"/>
              <a:cs typeface="Arial" charset="0"/>
            </a:endParaRPr>
          </a:p>
        </p:txBody>
      </p:sp>
      <p:sp>
        <p:nvSpPr>
          <p:cNvPr id="8" name="Textplatzhalter 7"/>
          <p:cNvSpPr>
            <a:spLocks noGrp="1"/>
          </p:cNvSpPr>
          <p:nvPr>
            <p:ph type="body" sz="quarter" idx="11"/>
          </p:nvPr>
        </p:nvSpPr>
        <p:spPr>
          <a:xfrm>
            <a:off x="431801" y="1620001"/>
            <a:ext cx="11340927" cy="1330351"/>
          </a:xfrm>
        </p:spPr>
        <p:txBody>
          <a:bodyPr lIns="0" rIns="90000"/>
          <a:lstStyle>
            <a:lvl1pPr marL="0" indent="0">
              <a:buNone/>
              <a:defRPr/>
            </a:lvl1pPr>
          </a:lstStyle>
          <a:p>
            <a:pPr lvl="0"/>
            <a:r>
              <a:rPr lang="de-DE" dirty="0"/>
              <a:t>Mastertextformat bearbeiten</a:t>
            </a:r>
          </a:p>
        </p:txBody>
      </p:sp>
      <p:sp>
        <p:nvSpPr>
          <p:cNvPr id="5" name="Rechteck 4"/>
          <p:cNvSpPr/>
          <p:nvPr userDrawn="1"/>
        </p:nvSpPr>
        <p:spPr>
          <a:xfrm>
            <a:off x="1703512" y="4509121"/>
            <a:ext cx="9950855" cy="1727647"/>
          </a:xfrm>
          <a:prstGeom prst="rect">
            <a:avLst/>
          </a:prstGeom>
          <a:solidFill>
            <a:srgbClr val="DFE5E6"/>
          </a:solidFill>
          <a:ln>
            <a:noFill/>
          </a:ln>
          <a:effectLst/>
        </p:spPr>
        <p:style>
          <a:lnRef idx="1">
            <a:schemeClr val="accent1"/>
          </a:lnRef>
          <a:fillRef idx="3">
            <a:schemeClr val="accent1"/>
          </a:fillRef>
          <a:effectRef idx="2">
            <a:schemeClr val="accent1"/>
          </a:effectRef>
          <a:fontRef idx="minor">
            <a:schemeClr val="lt1"/>
          </a:fontRef>
        </p:style>
        <p:txBody>
          <a:bodyPr anchor="ctr"/>
          <a:lstStyle/>
          <a:p>
            <a:pPr algn="ctr" eaLnBrk="1" hangingPunct="1">
              <a:defRPr/>
            </a:pPr>
            <a:endParaRPr lang="de-DE">
              <a:solidFill>
                <a:srgbClr val="FFFFFF"/>
              </a:solidFill>
              <a:ea typeface="ＭＳ Ｐゴシック" charset="0"/>
              <a:cs typeface="ＭＳ Ｐゴシック" charset="0"/>
            </a:endParaRPr>
          </a:p>
        </p:txBody>
      </p:sp>
      <p:sp>
        <p:nvSpPr>
          <p:cNvPr id="10" name="Rechteck 8"/>
          <p:cNvSpPr>
            <a:spLocks noChangeArrowheads="1"/>
          </p:cNvSpPr>
          <p:nvPr userDrawn="1"/>
        </p:nvSpPr>
        <p:spPr bwMode="auto">
          <a:xfrm>
            <a:off x="3071284" y="2432051"/>
            <a:ext cx="9480549" cy="14779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rIns="90000">
            <a:noAutofit/>
          </a:bodyPr>
          <a:lstStyle>
            <a:lvl1pPr marL="342900" indent="-342900">
              <a:defRPr>
                <a:solidFill>
                  <a:schemeClr val="tx1"/>
                </a:solidFill>
                <a:latin typeface="Calibri" charset="0"/>
                <a:ea typeface="MS PGothic" charset="-128"/>
              </a:defRPr>
            </a:lvl1pPr>
            <a:lvl2pPr marL="742950" indent="-285750">
              <a:defRPr>
                <a:solidFill>
                  <a:schemeClr val="tx1"/>
                </a:solidFill>
                <a:latin typeface="Calibri" charset="0"/>
                <a:ea typeface="MS PGothic" charset="-128"/>
              </a:defRPr>
            </a:lvl2pPr>
            <a:lvl3pPr marL="1079500" indent="-358775">
              <a:defRPr>
                <a:solidFill>
                  <a:schemeClr val="tx1"/>
                </a:solidFill>
                <a:latin typeface="Calibri" charset="0"/>
                <a:ea typeface="MS PGothic" charset="-128"/>
              </a:defRPr>
            </a:lvl3pPr>
            <a:lvl4pPr marL="1600200" indent="-228600">
              <a:defRPr>
                <a:solidFill>
                  <a:schemeClr val="tx1"/>
                </a:solidFill>
                <a:latin typeface="Calibri" charset="0"/>
                <a:ea typeface="MS PGothic" charset="-128"/>
              </a:defRPr>
            </a:lvl4pPr>
            <a:lvl5pPr marL="2057400" indent="-228600">
              <a:defRPr>
                <a:solidFill>
                  <a:schemeClr val="tx1"/>
                </a:solidFill>
                <a:latin typeface="Calibri" charset="0"/>
                <a:ea typeface="MS PGothic" charset="-128"/>
              </a:defRPr>
            </a:lvl5pPr>
            <a:lvl6pPr marL="2514600" indent="-228600" eaLnBrk="0" fontAlgn="base" hangingPunct="0">
              <a:spcBef>
                <a:spcPct val="0"/>
              </a:spcBef>
              <a:spcAft>
                <a:spcPct val="0"/>
              </a:spcAft>
              <a:defRPr>
                <a:solidFill>
                  <a:schemeClr val="tx1"/>
                </a:solidFill>
                <a:latin typeface="Calibri" charset="0"/>
                <a:ea typeface="MS PGothic" charset="-128"/>
              </a:defRPr>
            </a:lvl6pPr>
            <a:lvl7pPr marL="2971800" indent="-228600" eaLnBrk="0" fontAlgn="base" hangingPunct="0">
              <a:spcBef>
                <a:spcPct val="0"/>
              </a:spcBef>
              <a:spcAft>
                <a:spcPct val="0"/>
              </a:spcAft>
              <a:defRPr>
                <a:solidFill>
                  <a:schemeClr val="tx1"/>
                </a:solidFill>
                <a:latin typeface="Calibri" charset="0"/>
                <a:ea typeface="MS PGothic" charset="-128"/>
              </a:defRPr>
            </a:lvl7pPr>
            <a:lvl8pPr marL="3429000" indent="-228600" eaLnBrk="0" fontAlgn="base" hangingPunct="0">
              <a:spcBef>
                <a:spcPct val="0"/>
              </a:spcBef>
              <a:spcAft>
                <a:spcPct val="0"/>
              </a:spcAft>
              <a:defRPr>
                <a:solidFill>
                  <a:schemeClr val="tx1"/>
                </a:solidFill>
                <a:latin typeface="Calibri" charset="0"/>
                <a:ea typeface="MS PGothic" charset="-128"/>
              </a:defRPr>
            </a:lvl8pPr>
            <a:lvl9pPr marL="3886200" indent="-228600" eaLnBrk="0" fontAlgn="base" hangingPunct="0">
              <a:spcBef>
                <a:spcPct val="0"/>
              </a:spcBef>
              <a:spcAft>
                <a:spcPct val="0"/>
              </a:spcAft>
              <a:defRPr>
                <a:solidFill>
                  <a:schemeClr val="tx1"/>
                </a:solidFill>
                <a:latin typeface="Calibri" charset="0"/>
                <a:ea typeface="MS PGothic" charset="-128"/>
              </a:defRPr>
            </a:lvl9pPr>
          </a:lstStyle>
          <a:p>
            <a:pPr lvl="0" eaLnBrk="1" hangingPunct="1">
              <a:spcAft>
                <a:spcPts val="600"/>
              </a:spcAft>
              <a:buClr>
                <a:srgbClr val="80BA24"/>
              </a:buClr>
              <a:buFont typeface="Wingdings" charset="2"/>
              <a:buChar char="§"/>
            </a:pPr>
            <a:endParaRPr lang="de-DE" altLang="de-DE" sz="2000" dirty="0">
              <a:solidFill>
                <a:srgbClr val="4A5C66"/>
              </a:solidFill>
              <a:latin typeface="Arial" charset="0"/>
            </a:endParaRPr>
          </a:p>
        </p:txBody>
      </p:sp>
      <p:sp>
        <p:nvSpPr>
          <p:cNvPr id="3" name="Textplatzhalter 2"/>
          <p:cNvSpPr>
            <a:spLocks noGrp="1"/>
          </p:cNvSpPr>
          <p:nvPr>
            <p:ph type="body" sz="quarter" idx="12"/>
          </p:nvPr>
        </p:nvSpPr>
        <p:spPr>
          <a:xfrm>
            <a:off x="1919536" y="2980358"/>
            <a:ext cx="8583083" cy="1528763"/>
          </a:xfrm>
        </p:spPr>
        <p:txBody>
          <a:bodyPr lIns="0" rIns="90000"/>
          <a:lstStyle>
            <a:lvl1pPr>
              <a:defRPr sz="1800"/>
            </a:lvl1pPr>
          </a:lstStyle>
          <a:p>
            <a:pPr lvl="0"/>
            <a:r>
              <a:rPr lang="de-DE" dirty="0"/>
              <a:t>Mastertextformat bearbeiten</a:t>
            </a:r>
          </a:p>
        </p:txBody>
      </p:sp>
      <p:sp>
        <p:nvSpPr>
          <p:cNvPr id="13" name="Textplatzhalter 2"/>
          <p:cNvSpPr>
            <a:spLocks noGrp="1"/>
          </p:cNvSpPr>
          <p:nvPr>
            <p:ph type="body" sz="quarter" idx="13"/>
          </p:nvPr>
        </p:nvSpPr>
        <p:spPr>
          <a:xfrm>
            <a:off x="1929530" y="4653137"/>
            <a:ext cx="8583083" cy="1528763"/>
          </a:xfrm>
        </p:spPr>
        <p:txBody>
          <a:bodyPr lIns="0" rIns="90000"/>
          <a:lstStyle>
            <a:lvl1pPr>
              <a:defRPr sz="1800"/>
            </a:lvl1pPr>
          </a:lstStyle>
          <a:p>
            <a:pPr lvl="0"/>
            <a:r>
              <a:rPr lang="de-DE" dirty="0"/>
              <a:t>Mastertextformat bearbeiten</a:t>
            </a:r>
          </a:p>
        </p:txBody>
      </p:sp>
      <p:pic>
        <p:nvPicPr>
          <p:cNvPr id="14" name="Bild 13" descr="organisation.tif"/>
          <p:cNvPicPr>
            <a:picLocks noChangeAspect="1"/>
          </p:cNvPicPr>
          <p:nvPr userDrawn="1"/>
        </p:nvPicPr>
        <p:blipFill>
          <a:blip r:embed="rId2">
            <a:extLst>
              <a:ext uri="{28A0092B-C50C-407E-A947-70E740481C1C}">
                <a14:useLocalDpi xmlns:a14="http://schemas.microsoft.com/office/drawing/2010/main" val="0"/>
              </a:ext>
            </a:extLst>
          </a:blip>
          <a:srcRect/>
          <a:stretch>
            <a:fillRect/>
          </a:stretch>
        </p:blipFill>
        <p:spPr bwMode="auto">
          <a:xfrm>
            <a:off x="438015" y="3173431"/>
            <a:ext cx="909041" cy="83163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15" name="Bild 1" descr="euro-schein.tif"/>
          <p:cNvPicPr>
            <a:picLocks noChangeAspect="1"/>
          </p:cNvPicPr>
          <p:nvPr userDrawn="1"/>
        </p:nvPicPr>
        <p:blipFill>
          <a:blip r:embed="rId3" cstate="print">
            <a:extLst>
              <a:ext uri="{28A0092B-C50C-407E-A947-70E740481C1C}">
                <a14:useLocalDpi xmlns:a14="http://schemas.microsoft.com/office/drawing/2010/main" val="0"/>
              </a:ext>
            </a:extLst>
          </a:blip>
          <a:srcRect/>
          <a:stretch>
            <a:fillRect/>
          </a:stretch>
        </p:blipFill>
        <p:spPr bwMode="auto">
          <a:xfrm>
            <a:off x="440185" y="4959058"/>
            <a:ext cx="975295" cy="55788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2_Textfeld+Aufzählung im Block">
    <p:spTree>
      <p:nvGrpSpPr>
        <p:cNvPr id="1" name=""/>
        <p:cNvGrpSpPr/>
        <p:nvPr/>
      </p:nvGrpSpPr>
      <p:grpSpPr>
        <a:xfrm>
          <a:off x="0" y="0"/>
          <a:ext cx="0" cy="0"/>
          <a:chOff x="0" y="0"/>
          <a:chExt cx="0" cy="0"/>
        </a:xfrm>
      </p:grpSpPr>
      <p:sp>
        <p:nvSpPr>
          <p:cNvPr id="4" name="Foliennummernplatzhalter 5"/>
          <p:cNvSpPr>
            <a:spLocks noGrp="1"/>
          </p:cNvSpPr>
          <p:nvPr>
            <p:ph type="sldNum" sz="quarter" idx="10"/>
          </p:nvPr>
        </p:nvSpPr>
        <p:spPr/>
        <p:txBody>
          <a:bodyPr/>
          <a:lstStyle>
            <a:lvl1pPr>
              <a:defRPr/>
            </a:lvl1pPr>
          </a:lstStyle>
          <a:p>
            <a:pPr>
              <a:defRPr/>
            </a:pPr>
            <a:fld id="{A5228DEF-7D63-224F-B0E5-713CE21DF6E5}" type="slidenum">
              <a:rPr lang="de-DE" altLang="de-DE"/>
              <a:pPr>
                <a:defRPr/>
              </a:pPr>
              <a:t>‹Nr.›</a:t>
            </a:fld>
            <a:endParaRPr lang="de-DE" altLang="de-DE"/>
          </a:p>
        </p:txBody>
      </p:sp>
      <p:sp>
        <p:nvSpPr>
          <p:cNvPr id="7" name="Titel 2"/>
          <p:cNvSpPr>
            <a:spLocks noGrp="1"/>
          </p:cNvSpPr>
          <p:nvPr>
            <p:ph type="title"/>
          </p:nvPr>
        </p:nvSpPr>
        <p:spPr>
          <a:xfrm>
            <a:off x="431800" y="1080001"/>
            <a:ext cx="11228917" cy="574675"/>
          </a:xfrm>
        </p:spPr>
        <p:txBody>
          <a:bodyPr lIns="0"/>
          <a:lstStyle/>
          <a:p>
            <a:r>
              <a:rPr lang="de-DE" dirty="0"/>
              <a:t>Mastertitelformat bearbeiten</a:t>
            </a:r>
            <a:endParaRPr lang="de-DE" altLang="de-DE" sz="2200" dirty="0">
              <a:latin typeface="Arial" charset="0"/>
              <a:ea typeface="MS PGothic" charset="-128"/>
              <a:cs typeface="Arial" charset="0"/>
            </a:endParaRPr>
          </a:p>
        </p:txBody>
      </p:sp>
      <p:sp>
        <p:nvSpPr>
          <p:cNvPr id="8" name="Textplatzhalter 7"/>
          <p:cNvSpPr>
            <a:spLocks noGrp="1"/>
          </p:cNvSpPr>
          <p:nvPr>
            <p:ph type="body" sz="quarter" idx="11"/>
          </p:nvPr>
        </p:nvSpPr>
        <p:spPr>
          <a:xfrm>
            <a:off x="431801" y="1620001"/>
            <a:ext cx="11340927" cy="1330351"/>
          </a:xfrm>
        </p:spPr>
        <p:txBody>
          <a:bodyPr lIns="0" rIns="90000"/>
          <a:lstStyle>
            <a:lvl1pPr marL="0" indent="0">
              <a:buNone/>
              <a:defRPr/>
            </a:lvl1pPr>
          </a:lstStyle>
          <a:p>
            <a:pPr lvl="0"/>
            <a:r>
              <a:rPr lang="de-DE" dirty="0"/>
              <a:t>Mastertextformat bearbeiten</a:t>
            </a:r>
          </a:p>
        </p:txBody>
      </p:sp>
      <p:sp>
        <p:nvSpPr>
          <p:cNvPr id="10" name="Rechteck 8"/>
          <p:cNvSpPr>
            <a:spLocks noChangeArrowheads="1"/>
          </p:cNvSpPr>
          <p:nvPr userDrawn="1"/>
        </p:nvSpPr>
        <p:spPr bwMode="auto">
          <a:xfrm>
            <a:off x="3071284" y="2432051"/>
            <a:ext cx="9480549" cy="14779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rIns="90000">
            <a:noAutofit/>
          </a:bodyPr>
          <a:lstStyle>
            <a:lvl1pPr marL="342900" indent="-342900">
              <a:defRPr>
                <a:solidFill>
                  <a:schemeClr val="tx1"/>
                </a:solidFill>
                <a:latin typeface="Calibri" charset="0"/>
                <a:ea typeface="MS PGothic" charset="-128"/>
              </a:defRPr>
            </a:lvl1pPr>
            <a:lvl2pPr marL="742950" indent="-285750">
              <a:defRPr>
                <a:solidFill>
                  <a:schemeClr val="tx1"/>
                </a:solidFill>
                <a:latin typeface="Calibri" charset="0"/>
                <a:ea typeface="MS PGothic" charset="-128"/>
              </a:defRPr>
            </a:lvl2pPr>
            <a:lvl3pPr marL="1079500" indent="-358775">
              <a:defRPr>
                <a:solidFill>
                  <a:schemeClr val="tx1"/>
                </a:solidFill>
                <a:latin typeface="Calibri" charset="0"/>
                <a:ea typeface="MS PGothic" charset="-128"/>
              </a:defRPr>
            </a:lvl3pPr>
            <a:lvl4pPr marL="1600200" indent="-228600">
              <a:defRPr>
                <a:solidFill>
                  <a:schemeClr val="tx1"/>
                </a:solidFill>
                <a:latin typeface="Calibri" charset="0"/>
                <a:ea typeface="MS PGothic" charset="-128"/>
              </a:defRPr>
            </a:lvl4pPr>
            <a:lvl5pPr marL="2057400" indent="-228600">
              <a:defRPr>
                <a:solidFill>
                  <a:schemeClr val="tx1"/>
                </a:solidFill>
                <a:latin typeface="Calibri" charset="0"/>
                <a:ea typeface="MS PGothic" charset="-128"/>
              </a:defRPr>
            </a:lvl5pPr>
            <a:lvl6pPr marL="2514600" indent="-228600" eaLnBrk="0" fontAlgn="base" hangingPunct="0">
              <a:spcBef>
                <a:spcPct val="0"/>
              </a:spcBef>
              <a:spcAft>
                <a:spcPct val="0"/>
              </a:spcAft>
              <a:defRPr>
                <a:solidFill>
                  <a:schemeClr val="tx1"/>
                </a:solidFill>
                <a:latin typeface="Calibri" charset="0"/>
                <a:ea typeface="MS PGothic" charset="-128"/>
              </a:defRPr>
            </a:lvl6pPr>
            <a:lvl7pPr marL="2971800" indent="-228600" eaLnBrk="0" fontAlgn="base" hangingPunct="0">
              <a:spcBef>
                <a:spcPct val="0"/>
              </a:spcBef>
              <a:spcAft>
                <a:spcPct val="0"/>
              </a:spcAft>
              <a:defRPr>
                <a:solidFill>
                  <a:schemeClr val="tx1"/>
                </a:solidFill>
                <a:latin typeface="Calibri" charset="0"/>
                <a:ea typeface="MS PGothic" charset="-128"/>
              </a:defRPr>
            </a:lvl7pPr>
            <a:lvl8pPr marL="3429000" indent="-228600" eaLnBrk="0" fontAlgn="base" hangingPunct="0">
              <a:spcBef>
                <a:spcPct val="0"/>
              </a:spcBef>
              <a:spcAft>
                <a:spcPct val="0"/>
              </a:spcAft>
              <a:defRPr>
                <a:solidFill>
                  <a:schemeClr val="tx1"/>
                </a:solidFill>
                <a:latin typeface="Calibri" charset="0"/>
                <a:ea typeface="MS PGothic" charset="-128"/>
              </a:defRPr>
            </a:lvl8pPr>
            <a:lvl9pPr marL="3886200" indent="-228600" eaLnBrk="0" fontAlgn="base" hangingPunct="0">
              <a:spcBef>
                <a:spcPct val="0"/>
              </a:spcBef>
              <a:spcAft>
                <a:spcPct val="0"/>
              </a:spcAft>
              <a:defRPr>
                <a:solidFill>
                  <a:schemeClr val="tx1"/>
                </a:solidFill>
                <a:latin typeface="Calibri" charset="0"/>
                <a:ea typeface="MS PGothic" charset="-128"/>
              </a:defRPr>
            </a:lvl9pPr>
          </a:lstStyle>
          <a:p>
            <a:pPr lvl="0" eaLnBrk="1" hangingPunct="1">
              <a:spcAft>
                <a:spcPts val="600"/>
              </a:spcAft>
              <a:buClr>
                <a:srgbClr val="80BA24"/>
              </a:buClr>
              <a:buFont typeface="Wingdings" charset="2"/>
              <a:buChar char="§"/>
            </a:pPr>
            <a:endParaRPr lang="de-DE" altLang="de-DE" sz="2000" dirty="0">
              <a:solidFill>
                <a:srgbClr val="4A5C66"/>
              </a:solidFill>
              <a:latin typeface="Arial" charset="0"/>
            </a:endParaRPr>
          </a:p>
        </p:txBody>
      </p:sp>
      <p:pic>
        <p:nvPicPr>
          <p:cNvPr id="11" name="Bild 10" descr="icon_people.tif"/>
          <p:cNvPicPr>
            <a:picLocks noChangeAspect="1"/>
          </p:cNvPicPr>
          <p:nvPr userDrawn="1"/>
        </p:nvPicPr>
        <p:blipFill>
          <a:blip r:embed="rId2">
            <a:extLst>
              <a:ext uri="{28A0092B-C50C-407E-A947-70E740481C1C}">
                <a14:useLocalDpi xmlns:a14="http://schemas.microsoft.com/office/drawing/2010/main" val="0"/>
              </a:ext>
            </a:extLst>
          </a:blip>
          <a:srcRect/>
          <a:stretch>
            <a:fillRect/>
          </a:stretch>
        </p:blipFill>
        <p:spPr bwMode="auto">
          <a:xfrm>
            <a:off x="424632" y="3291575"/>
            <a:ext cx="888429" cy="6477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12" name="Bild 11" descr="haus.tif"/>
          <p:cNvPicPr>
            <a:picLocks noChangeAspect="1"/>
          </p:cNvPicPr>
          <p:nvPr userDrawn="1"/>
        </p:nvPicPr>
        <p:blipFill>
          <a:blip r:embed="rId3" cstate="print">
            <a:extLst>
              <a:ext uri="{28A0092B-C50C-407E-A947-70E740481C1C}">
                <a14:useLocalDpi xmlns:a14="http://schemas.microsoft.com/office/drawing/2010/main" val="0"/>
              </a:ext>
            </a:extLst>
          </a:blip>
          <a:srcRect/>
          <a:stretch>
            <a:fillRect/>
          </a:stretch>
        </p:blipFill>
        <p:spPr bwMode="auto">
          <a:xfrm>
            <a:off x="431800" y="4928474"/>
            <a:ext cx="975295" cy="6477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4" name="Rechteck 13">
            <a:extLst>
              <a:ext uri="{FF2B5EF4-FFF2-40B4-BE49-F238E27FC236}">
                <a16:creationId xmlns:a16="http://schemas.microsoft.com/office/drawing/2014/main" id="{1C6723BC-5FFF-A14D-8404-D5F91F1C72B1}"/>
              </a:ext>
            </a:extLst>
          </p:cNvPr>
          <p:cNvSpPr/>
          <p:nvPr userDrawn="1"/>
        </p:nvSpPr>
        <p:spPr>
          <a:xfrm>
            <a:off x="1703512" y="2780927"/>
            <a:ext cx="9950855" cy="1584177"/>
          </a:xfrm>
          <a:prstGeom prst="rect">
            <a:avLst/>
          </a:prstGeom>
          <a:solidFill>
            <a:srgbClr val="DFE5E6"/>
          </a:solidFill>
          <a:ln>
            <a:noFill/>
          </a:ln>
          <a:effectLst/>
        </p:spPr>
        <p:style>
          <a:lnRef idx="1">
            <a:schemeClr val="accent1"/>
          </a:lnRef>
          <a:fillRef idx="3">
            <a:schemeClr val="accent1"/>
          </a:fillRef>
          <a:effectRef idx="2">
            <a:schemeClr val="accent1"/>
          </a:effectRef>
          <a:fontRef idx="minor">
            <a:schemeClr val="lt1"/>
          </a:fontRef>
        </p:style>
        <p:txBody>
          <a:bodyPr anchor="ctr"/>
          <a:lstStyle/>
          <a:p>
            <a:pPr algn="ctr" eaLnBrk="1" hangingPunct="1">
              <a:defRPr/>
            </a:pPr>
            <a:endParaRPr lang="de-DE">
              <a:solidFill>
                <a:srgbClr val="FFFFFF"/>
              </a:solidFill>
              <a:ea typeface="ＭＳ Ｐゴシック" charset="0"/>
              <a:cs typeface="ＭＳ Ｐゴシック" charset="0"/>
            </a:endParaRPr>
          </a:p>
        </p:txBody>
      </p:sp>
      <p:sp>
        <p:nvSpPr>
          <p:cNvPr id="15" name="Rechteck 14">
            <a:extLst>
              <a:ext uri="{FF2B5EF4-FFF2-40B4-BE49-F238E27FC236}">
                <a16:creationId xmlns:a16="http://schemas.microsoft.com/office/drawing/2014/main" id="{C594EDCD-2274-FE44-87CC-3D768625475C}"/>
              </a:ext>
            </a:extLst>
          </p:cNvPr>
          <p:cNvSpPr/>
          <p:nvPr userDrawn="1"/>
        </p:nvSpPr>
        <p:spPr>
          <a:xfrm>
            <a:off x="1703512" y="4509121"/>
            <a:ext cx="9950855" cy="1727647"/>
          </a:xfrm>
          <a:prstGeom prst="rect">
            <a:avLst/>
          </a:prstGeom>
          <a:solidFill>
            <a:srgbClr val="DFE5E6"/>
          </a:solidFill>
          <a:ln>
            <a:noFill/>
          </a:ln>
          <a:effectLst/>
        </p:spPr>
        <p:style>
          <a:lnRef idx="1">
            <a:schemeClr val="accent1"/>
          </a:lnRef>
          <a:fillRef idx="3">
            <a:schemeClr val="accent1"/>
          </a:fillRef>
          <a:effectRef idx="2">
            <a:schemeClr val="accent1"/>
          </a:effectRef>
          <a:fontRef idx="minor">
            <a:schemeClr val="lt1"/>
          </a:fontRef>
        </p:style>
        <p:txBody>
          <a:bodyPr anchor="ctr"/>
          <a:lstStyle/>
          <a:p>
            <a:pPr algn="ctr" eaLnBrk="1" hangingPunct="1">
              <a:defRPr/>
            </a:pPr>
            <a:endParaRPr lang="de-DE">
              <a:solidFill>
                <a:srgbClr val="FFFFFF"/>
              </a:solidFill>
              <a:ea typeface="ＭＳ Ｐゴシック" charset="0"/>
              <a:cs typeface="ＭＳ Ｐゴシック" charset="0"/>
            </a:endParaRPr>
          </a:p>
        </p:txBody>
      </p:sp>
      <p:sp>
        <p:nvSpPr>
          <p:cNvPr id="16" name="Textplatzhalter 2">
            <a:extLst>
              <a:ext uri="{FF2B5EF4-FFF2-40B4-BE49-F238E27FC236}">
                <a16:creationId xmlns:a16="http://schemas.microsoft.com/office/drawing/2014/main" id="{C02CBA60-C706-9748-870A-3B807F15522F}"/>
              </a:ext>
            </a:extLst>
          </p:cNvPr>
          <p:cNvSpPr>
            <a:spLocks noGrp="1"/>
          </p:cNvSpPr>
          <p:nvPr>
            <p:ph type="body" sz="quarter" idx="12"/>
          </p:nvPr>
        </p:nvSpPr>
        <p:spPr>
          <a:xfrm>
            <a:off x="1919536" y="2980358"/>
            <a:ext cx="8583083" cy="1528763"/>
          </a:xfrm>
        </p:spPr>
        <p:txBody>
          <a:bodyPr lIns="0" rIns="90000"/>
          <a:lstStyle>
            <a:lvl1pPr>
              <a:defRPr sz="1800"/>
            </a:lvl1pPr>
          </a:lstStyle>
          <a:p>
            <a:pPr lvl="0"/>
            <a:r>
              <a:rPr lang="de-DE" dirty="0"/>
              <a:t>Mastertextformat bearbeiten</a:t>
            </a:r>
          </a:p>
        </p:txBody>
      </p:sp>
      <p:sp>
        <p:nvSpPr>
          <p:cNvPr id="17" name="Textplatzhalter 2">
            <a:extLst>
              <a:ext uri="{FF2B5EF4-FFF2-40B4-BE49-F238E27FC236}">
                <a16:creationId xmlns:a16="http://schemas.microsoft.com/office/drawing/2014/main" id="{47172106-5D28-8B48-8CE5-77E78E3EF862}"/>
              </a:ext>
            </a:extLst>
          </p:cNvPr>
          <p:cNvSpPr>
            <a:spLocks noGrp="1"/>
          </p:cNvSpPr>
          <p:nvPr>
            <p:ph type="body" sz="quarter" idx="13"/>
          </p:nvPr>
        </p:nvSpPr>
        <p:spPr>
          <a:xfrm>
            <a:off x="1929530" y="4653137"/>
            <a:ext cx="8583083" cy="1528763"/>
          </a:xfrm>
        </p:spPr>
        <p:txBody>
          <a:bodyPr lIns="0" rIns="90000"/>
          <a:lstStyle>
            <a:lvl1pPr>
              <a:defRPr sz="1800"/>
            </a:lvl1pPr>
          </a:lstStyle>
          <a:p>
            <a:pPr lvl="0"/>
            <a:r>
              <a:rPr lang="de-DE" dirty="0"/>
              <a:t>Mastertextformat bearbeiten</a:t>
            </a: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Aufzählungsfeld 1,5 zeilig">
    <p:spTree>
      <p:nvGrpSpPr>
        <p:cNvPr id="1" name=""/>
        <p:cNvGrpSpPr/>
        <p:nvPr/>
      </p:nvGrpSpPr>
      <p:grpSpPr>
        <a:xfrm>
          <a:off x="0" y="0"/>
          <a:ext cx="0" cy="0"/>
          <a:chOff x="0" y="0"/>
          <a:chExt cx="0" cy="0"/>
        </a:xfrm>
      </p:grpSpPr>
      <p:sp>
        <p:nvSpPr>
          <p:cNvPr id="3" name="Inhaltsplatzhalter 2"/>
          <p:cNvSpPr>
            <a:spLocks noGrp="1"/>
          </p:cNvSpPr>
          <p:nvPr>
            <p:ph idx="1"/>
          </p:nvPr>
        </p:nvSpPr>
        <p:spPr>
          <a:xfrm>
            <a:off x="432000" y="1548016"/>
            <a:ext cx="11164821" cy="4617288"/>
          </a:xfrm>
        </p:spPr>
        <p:txBody>
          <a:bodyPr lIns="0"/>
          <a:lstStyle>
            <a:lvl1pPr>
              <a:lnSpc>
                <a:spcPts val="4100"/>
              </a:lnSpc>
              <a:defRPr sz="2000">
                <a:solidFill>
                  <a:srgbClr val="4A5C66"/>
                </a:solidFill>
                <a:latin typeface="Arial" pitchFamily="34" charset="0"/>
                <a:cs typeface="Arial" pitchFamily="34" charset="0"/>
              </a:defRPr>
            </a:lvl1pPr>
            <a:lvl2pPr>
              <a:defRPr sz="2000">
                <a:solidFill>
                  <a:srgbClr val="4A5C66"/>
                </a:solidFill>
                <a:latin typeface="Arial" pitchFamily="34" charset="0"/>
                <a:cs typeface="Arial" pitchFamily="34" charset="0"/>
              </a:defRPr>
            </a:lvl2pPr>
            <a:lvl3pPr>
              <a:defRPr sz="1800">
                <a:solidFill>
                  <a:srgbClr val="4A5C66"/>
                </a:solidFill>
                <a:latin typeface="Arial" pitchFamily="34" charset="0"/>
                <a:cs typeface="Arial" pitchFamily="34" charset="0"/>
              </a:defRPr>
            </a:lvl3pPr>
            <a:lvl4pPr>
              <a:defRPr sz="1800">
                <a:solidFill>
                  <a:srgbClr val="4A5C66"/>
                </a:solidFill>
                <a:latin typeface="Arial" pitchFamily="34" charset="0"/>
                <a:cs typeface="Arial" pitchFamily="34" charset="0"/>
              </a:defRPr>
            </a:lvl4pPr>
            <a:lvl5pPr>
              <a:defRPr sz="1800">
                <a:solidFill>
                  <a:srgbClr val="4A5C66"/>
                </a:solidFill>
                <a:latin typeface="Arial" pitchFamily="34" charset="0"/>
                <a:cs typeface="Arial" pitchFamily="34" charset="0"/>
              </a:defRPr>
            </a:lvl5pPr>
          </a:lstStyle>
          <a:p>
            <a:pPr lvl="0"/>
            <a:r>
              <a:rPr lang="de-DE" dirty="0"/>
              <a:t>Mastertextformat bearbeiten</a:t>
            </a:r>
          </a:p>
          <a:p>
            <a:pPr lvl="0"/>
            <a:endParaRPr lang="de-DE" dirty="0"/>
          </a:p>
        </p:txBody>
      </p:sp>
      <p:sp>
        <p:nvSpPr>
          <p:cNvPr id="10" name="Titel 9"/>
          <p:cNvSpPr>
            <a:spLocks noGrp="1"/>
          </p:cNvSpPr>
          <p:nvPr>
            <p:ph type="title"/>
          </p:nvPr>
        </p:nvSpPr>
        <p:spPr>
          <a:xfrm>
            <a:off x="432000" y="1080000"/>
            <a:ext cx="11227200" cy="576000"/>
          </a:xfrm>
        </p:spPr>
        <p:txBody>
          <a:bodyPr lIns="0"/>
          <a:lstStyle>
            <a:lvl1pPr>
              <a:defRPr sz="2200"/>
            </a:lvl1pPr>
          </a:lstStyle>
          <a:p>
            <a:r>
              <a:rPr lang="de-DE" dirty="0"/>
              <a:t>Mastertitelformat bearbeiten</a:t>
            </a:r>
          </a:p>
        </p:txBody>
      </p:sp>
      <p:sp>
        <p:nvSpPr>
          <p:cNvPr id="4" name="Foliennummernplatzhalter 5"/>
          <p:cNvSpPr>
            <a:spLocks noGrp="1"/>
          </p:cNvSpPr>
          <p:nvPr>
            <p:ph type="sldNum" sz="quarter" idx="10"/>
          </p:nvPr>
        </p:nvSpPr>
        <p:spPr/>
        <p:txBody>
          <a:bodyPr/>
          <a:lstStyle>
            <a:lvl1pPr>
              <a:defRPr/>
            </a:lvl1pPr>
          </a:lstStyle>
          <a:p>
            <a:pPr>
              <a:defRPr/>
            </a:pPr>
            <a:fld id="{5D6CBC89-780D-6F43-A4AF-E4A7285D6779}" type="slidenum">
              <a:rPr lang="de-DE" altLang="de-DE"/>
              <a:pPr>
                <a:defRPr/>
              </a:pPr>
              <a:t>‹Nr.›</a:t>
            </a:fld>
            <a:endParaRPr lang="de-DE" altLang="de-DE"/>
          </a:p>
        </p:txBody>
      </p:sp>
    </p:spTree>
    <p:extLst>
      <p:ext uri="{BB962C8B-B14F-4D97-AF65-F5344CB8AC3E}">
        <p14:creationId xmlns:p14="http://schemas.microsoft.com/office/powerpoint/2010/main" val="496129215"/>
      </p:ext>
    </p:extLst>
  </p:cSld>
  <p:clrMapOvr>
    <a:masterClrMapping/>
  </p:clrMapOvr>
  <p:extLst>
    <p:ext uri="{DCECCB84-F9BA-43D5-87BE-67443E8EF086}">
      <p15:sldGuideLst xmlns:p15="http://schemas.microsoft.com/office/powerpoint/2012/main">
        <p15:guide id="1" orient="horz" pos="1071" userDrawn="1">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1_Kapitelfolie">
    <p:spTree>
      <p:nvGrpSpPr>
        <p:cNvPr id="1" name=""/>
        <p:cNvGrpSpPr/>
        <p:nvPr/>
      </p:nvGrpSpPr>
      <p:grpSpPr>
        <a:xfrm>
          <a:off x="0" y="0"/>
          <a:ext cx="0" cy="0"/>
          <a:chOff x="0" y="0"/>
          <a:chExt cx="0" cy="0"/>
        </a:xfrm>
      </p:grpSpPr>
      <p:sp>
        <p:nvSpPr>
          <p:cNvPr id="3" name="Rectangle 5"/>
          <p:cNvSpPr>
            <a:spLocks noChangeArrowheads="1"/>
          </p:cNvSpPr>
          <p:nvPr userDrawn="1"/>
        </p:nvSpPr>
        <p:spPr bwMode="auto">
          <a:xfrm>
            <a:off x="1" y="6497638"/>
            <a:ext cx="12187767" cy="360362"/>
          </a:xfrm>
          <a:prstGeom prst="rect">
            <a:avLst/>
          </a:prstGeom>
          <a:solidFill>
            <a:srgbClr val="4A5C66"/>
          </a:solidFill>
          <a:ln>
            <a:noFill/>
          </a:ln>
        </p:spPr>
        <p:txBody>
          <a:bodyPr wrap="none" anchor="ctr"/>
          <a:lstStyle>
            <a:lvl1pPr>
              <a:defRPr sz="2400">
                <a:solidFill>
                  <a:schemeClr val="tx1"/>
                </a:solidFill>
                <a:latin typeface="Calibri" pitchFamily="34" charset="0"/>
                <a:ea typeface="MS PGothic" pitchFamily="34" charset="-128"/>
              </a:defRPr>
            </a:lvl1pPr>
            <a:lvl2pPr marL="742950" indent="-285750">
              <a:defRPr sz="2400">
                <a:solidFill>
                  <a:schemeClr val="tx1"/>
                </a:solidFill>
                <a:latin typeface="Calibri" pitchFamily="34" charset="0"/>
                <a:ea typeface="MS PGothic" pitchFamily="34" charset="-128"/>
              </a:defRPr>
            </a:lvl2pPr>
            <a:lvl3pPr marL="1143000" indent="-228600">
              <a:defRPr sz="2400">
                <a:solidFill>
                  <a:schemeClr val="tx1"/>
                </a:solidFill>
                <a:latin typeface="Calibri" pitchFamily="34" charset="0"/>
                <a:ea typeface="MS PGothic" pitchFamily="34" charset="-128"/>
              </a:defRPr>
            </a:lvl3pPr>
            <a:lvl4pPr marL="1600200" indent="-228600">
              <a:defRPr sz="2400">
                <a:solidFill>
                  <a:schemeClr val="tx1"/>
                </a:solidFill>
                <a:latin typeface="Calibri" pitchFamily="34" charset="0"/>
                <a:ea typeface="MS PGothic" pitchFamily="34" charset="-128"/>
              </a:defRPr>
            </a:lvl4pPr>
            <a:lvl5pPr marL="2057400" indent="-228600">
              <a:defRPr sz="2400">
                <a:solidFill>
                  <a:schemeClr val="tx1"/>
                </a:solidFill>
                <a:latin typeface="Calibri" pitchFamily="34" charset="0"/>
                <a:ea typeface="MS PGothic" pitchFamily="34" charset="-128"/>
              </a:defRPr>
            </a:lvl5pPr>
            <a:lvl6pPr marL="2514600" indent="-228600" eaLnBrk="0" fontAlgn="base" hangingPunct="0">
              <a:spcBef>
                <a:spcPct val="0"/>
              </a:spcBef>
              <a:spcAft>
                <a:spcPct val="0"/>
              </a:spcAft>
              <a:defRPr sz="2400">
                <a:solidFill>
                  <a:schemeClr val="tx1"/>
                </a:solidFill>
                <a:latin typeface="Calibri" pitchFamily="34" charset="0"/>
                <a:ea typeface="MS PGothic" pitchFamily="34" charset="-128"/>
              </a:defRPr>
            </a:lvl6pPr>
            <a:lvl7pPr marL="2971800" indent="-228600" eaLnBrk="0" fontAlgn="base" hangingPunct="0">
              <a:spcBef>
                <a:spcPct val="0"/>
              </a:spcBef>
              <a:spcAft>
                <a:spcPct val="0"/>
              </a:spcAft>
              <a:defRPr sz="2400">
                <a:solidFill>
                  <a:schemeClr val="tx1"/>
                </a:solidFill>
                <a:latin typeface="Calibri" pitchFamily="34" charset="0"/>
                <a:ea typeface="MS PGothic" pitchFamily="34" charset="-128"/>
              </a:defRPr>
            </a:lvl7pPr>
            <a:lvl8pPr marL="3429000" indent="-228600" eaLnBrk="0" fontAlgn="base" hangingPunct="0">
              <a:spcBef>
                <a:spcPct val="0"/>
              </a:spcBef>
              <a:spcAft>
                <a:spcPct val="0"/>
              </a:spcAft>
              <a:defRPr sz="2400">
                <a:solidFill>
                  <a:schemeClr val="tx1"/>
                </a:solidFill>
                <a:latin typeface="Calibri" pitchFamily="34" charset="0"/>
                <a:ea typeface="MS PGothic" pitchFamily="34" charset="-128"/>
              </a:defRPr>
            </a:lvl8pPr>
            <a:lvl9pPr marL="3886200" indent="-228600" eaLnBrk="0" fontAlgn="base" hangingPunct="0">
              <a:spcBef>
                <a:spcPct val="0"/>
              </a:spcBef>
              <a:spcAft>
                <a:spcPct val="0"/>
              </a:spcAft>
              <a:defRPr sz="2400">
                <a:solidFill>
                  <a:schemeClr val="tx1"/>
                </a:solidFill>
                <a:latin typeface="Calibri" pitchFamily="34" charset="0"/>
                <a:ea typeface="MS PGothic" pitchFamily="34" charset="-128"/>
              </a:defRPr>
            </a:lvl9pPr>
          </a:lstStyle>
          <a:p>
            <a:pPr eaLnBrk="1" hangingPunct="1">
              <a:defRPr/>
            </a:pPr>
            <a:endParaRPr lang="de-DE" altLang="de-DE" sz="1800">
              <a:cs typeface="Arial" pitchFamily="34" charset="0"/>
            </a:endParaRPr>
          </a:p>
        </p:txBody>
      </p:sp>
      <p:sp>
        <p:nvSpPr>
          <p:cNvPr id="5" name="Textfeld 2"/>
          <p:cNvSpPr txBox="1">
            <a:spLocks noChangeArrowheads="1"/>
          </p:cNvSpPr>
          <p:nvPr userDrawn="1"/>
        </p:nvSpPr>
        <p:spPr bwMode="auto">
          <a:xfrm>
            <a:off x="7727951" y="6548438"/>
            <a:ext cx="2882900" cy="266700"/>
          </a:xfrm>
          <a:prstGeom prst="rect">
            <a:avLst/>
          </a:prstGeom>
          <a:noFill/>
          <a:ln>
            <a:noFill/>
          </a:ln>
        </p:spPr>
        <p:txBody>
          <a:bodyPr>
            <a:spAutoFit/>
          </a:bodyPr>
          <a:lstStyle>
            <a:lvl1pPr eaLnBrk="0" hangingPunct="0">
              <a:defRPr>
                <a:solidFill>
                  <a:schemeClr val="tx1"/>
                </a:solidFill>
                <a:latin typeface="Calibri" pitchFamily="34" charset="0"/>
                <a:cs typeface="Arial" charset="0"/>
              </a:defRPr>
            </a:lvl1pPr>
            <a:lvl2pPr marL="742950" indent="-285750" eaLnBrk="0" hangingPunct="0">
              <a:defRPr>
                <a:solidFill>
                  <a:schemeClr val="tx1"/>
                </a:solidFill>
                <a:latin typeface="Calibri" pitchFamily="34" charset="0"/>
                <a:cs typeface="Arial" charset="0"/>
              </a:defRPr>
            </a:lvl2pPr>
            <a:lvl3pPr marL="1143000" indent="-228600" eaLnBrk="0" hangingPunct="0">
              <a:defRPr>
                <a:solidFill>
                  <a:schemeClr val="tx1"/>
                </a:solidFill>
                <a:latin typeface="Calibri" pitchFamily="34" charset="0"/>
                <a:cs typeface="Arial" charset="0"/>
              </a:defRPr>
            </a:lvl3pPr>
            <a:lvl4pPr marL="1600200" indent="-228600" eaLnBrk="0" hangingPunct="0">
              <a:defRPr>
                <a:solidFill>
                  <a:schemeClr val="tx1"/>
                </a:solidFill>
                <a:latin typeface="Calibri" pitchFamily="34" charset="0"/>
                <a:cs typeface="Arial" charset="0"/>
              </a:defRPr>
            </a:lvl4pPr>
            <a:lvl5pPr marL="2057400" indent="-228600" eaLnBrk="0" hangingPunct="0">
              <a:defRPr>
                <a:solidFill>
                  <a:schemeClr val="tx1"/>
                </a:solidFill>
                <a:latin typeface="Calibri" pitchFamily="34" charset="0"/>
                <a:cs typeface="Arial" charset="0"/>
              </a:defRPr>
            </a:lvl5pPr>
            <a:lvl6pPr marL="2514600" indent="-228600" eaLnBrk="0" fontAlgn="base" hangingPunct="0">
              <a:spcBef>
                <a:spcPct val="0"/>
              </a:spcBef>
              <a:spcAft>
                <a:spcPct val="0"/>
              </a:spcAft>
              <a:defRPr>
                <a:solidFill>
                  <a:schemeClr val="tx1"/>
                </a:solidFill>
                <a:latin typeface="Calibri" pitchFamily="34" charset="0"/>
                <a:cs typeface="Arial" charset="0"/>
              </a:defRPr>
            </a:lvl6pPr>
            <a:lvl7pPr marL="2971800" indent="-228600" eaLnBrk="0" fontAlgn="base" hangingPunct="0">
              <a:spcBef>
                <a:spcPct val="0"/>
              </a:spcBef>
              <a:spcAft>
                <a:spcPct val="0"/>
              </a:spcAft>
              <a:defRPr>
                <a:solidFill>
                  <a:schemeClr val="tx1"/>
                </a:solidFill>
                <a:latin typeface="Calibri" pitchFamily="34" charset="0"/>
                <a:cs typeface="Arial" charset="0"/>
              </a:defRPr>
            </a:lvl7pPr>
            <a:lvl8pPr marL="3429000" indent="-228600" eaLnBrk="0" fontAlgn="base" hangingPunct="0">
              <a:spcBef>
                <a:spcPct val="0"/>
              </a:spcBef>
              <a:spcAft>
                <a:spcPct val="0"/>
              </a:spcAft>
              <a:defRPr>
                <a:solidFill>
                  <a:schemeClr val="tx1"/>
                </a:solidFill>
                <a:latin typeface="Calibri" pitchFamily="34" charset="0"/>
                <a:cs typeface="Arial" charset="0"/>
              </a:defRPr>
            </a:lvl8pPr>
            <a:lvl9pPr marL="3886200" indent="-228600" eaLnBrk="0" fontAlgn="base" hangingPunct="0">
              <a:spcBef>
                <a:spcPct val="0"/>
              </a:spcBef>
              <a:spcAft>
                <a:spcPct val="0"/>
              </a:spcAft>
              <a:defRPr>
                <a:solidFill>
                  <a:schemeClr val="tx1"/>
                </a:solidFill>
                <a:latin typeface="Calibri" pitchFamily="34" charset="0"/>
                <a:cs typeface="Arial" charset="0"/>
              </a:defRPr>
            </a:lvl9pPr>
          </a:lstStyle>
          <a:p>
            <a:pPr eaLnBrk="1" hangingPunct="1">
              <a:defRPr/>
            </a:pPr>
            <a:r>
              <a:rPr lang="de-DE" sz="1100">
                <a:solidFill>
                  <a:schemeClr val="bg1"/>
                </a:solidFill>
                <a:latin typeface="Arial" charset="0"/>
                <a:ea typeface="+mn-ea"/>
              </a:rPr>
              <a:t>Aly Elbermawy</a:t>
            </a:r>
            <a:endParaRPr lang="de-DE" sz="1100" dirty="0">
              <a:solidFill>
                <a:schemeClr val="bg1"/>
              </a:solidFill>
              <a:latin typeface="Arial" charset="0"/>
              <a:ea typeface="+mn-ea"/>
            </a:endParaRPr>
          </a:p>
        </p:txBody>
      </p:sp>
      <p:sp>
        <p:nvSpPr>
          <p:cNvPr id="6" name="Textfeld 3"/>
          <p:cNvSpPr txBox="1">
            <a:spLocks noChangeArrowheads="1"/>
          </p:cNvSpPr>
          <p:nvPr userDrawn="1"/>
        </p:nvSpPr>
        <p:spPr bwMode="auto">
          <a:xfrm>
            <a:off x="10608734" y="6548438"/>
            <a:ext cx="768351" cy="266700"/>
          </a:xfrm>
          <a:prstGeom prst="rect">
            <a:avLst/>
          </a:prstGeom>
          <a:noFill/>
          <a:ln>
            <a:noFill/>
          </a:ln>
        </p:spPr>
        <p:txBody>
          <a:bodyPr>
            <a:spAutoFit/>
          </a:bodyPr>
          <a:lstStyle>
            <a:lvl1pPr eaLnBrk="0" hangingPunct="0">
              <a:defRPr>
                <a:solidFill>
                  <a:schemeClr val="tx1"/>
                </a:solidFill>
                <a:latin typeface="Calibri" pitchFamily="34" charset="0"/>
                <a:cs typeface="Arial" charset="0"/>
              </a:defRPr>
            </a:lvl1pPr>
            <a:lvl2pPr marL="742950" indent="-285750" eaLnBrk="0" hangingPunct="0">
              <a:defRPr>
                <a:solidFill>
                  <a:schemeClr val="tx1"/>
                </a:solidFill>
                <a:latin typeface="Calibri" pitchFamily="34" charset="0"/>
                <a:cs typeface="Arial" charset="0"/>
              </a:defRPr>
            </a:lvl2pPr>
            <a:lvl3pPr marL="1143000" indent="-228600" eaLnBrk="0" hangingPunct="0">
              <a:defRPr>
                <a:solidFill>
                  <a:schemeClr val="tx1"/>
                </a:solidFill>
                <a:latin typeface="Calibri" pitchFamily="34" charset="0"/>
                <a:cs typeface="Arial" charset="0"/>
              </a:defRPr>
            </a:lvl3pPr>
            <a:lvl4pPr marL="1600200" indent="-228600" eaLnBrk="0" hangingPunct="0">
              <a:defRPr>
                <a:solidFill>
                  <a:schemeClr val="tx1"/>
                </a:solidFill>
                <a:latin typeface="Calibri" pitchFamily="34" charset="0"/>
                <a:cs typeface="Arial" charset="0"/>
              </a:defRPr>
            </a:lvl4pPr>
            <a:lvl5pPr marL="2057400" indent="-228600" eaLnBrk="0" hangingPunct="0">
              <a:defRPr>
                <a:solidFill>
                  <a:schemeClr val="tx1"/>
                </a:solidFill>
                <a:latin typeface="Calibri" pitchFamily="34" charset="0"/>
                <a:cs typeface="Arial" charset="0"/>
              </a:defRPr>
            </a:lvl5pPr>
            <a:lvl6pPr marL="2514600" indent="-228600" eaLnBrk="0" fontAlgn="base" hangingPunct="0">
              <a:spcBef>
                <a:spcPct val="0"/>
              </a:spcBef>
              <a:spcAft>
                <a:spcPct val="0"/>
              </a:spcAft>
              <a:defRPr>
                <a:solidFill>
                  <a:schemeClr val="tx1"/>
                </a:solidFill>
                <a:latin typeface="Calibri" pitchFamily="34" charset="0"/>
                <a:cs typeface="Arial" charset="0"/>
              </a:defRPr>
            </a:lvl6pPr>
            <a:lvl7pPr marL="2971800" indent="-228600" eaLnBrk="0" fontAlgn="base" hangingPunct="0">
              <a:spcBef>
                <a:spcPct val="0"/>
              </a:spcBef>
              <a:spcAft>
                <a:spcPct val="0"/>
              </a:spcAft>
              <a:defRPr>
                <a:solidFill>
                  <a:schemeClr val="tx1"/>
                </a:solidFill>
                <a:latin typeface="Calibri" pitchFamily="34" charset="0"/>
                <a:cs typeface="Arial" charset="0"/>
              </a:defRPr>
            </a:lvl7pPr>
            <a:lvl8pPr marL="3429000" indent="-228600" eaLnBrk="0" fontAlgn="base" hangingPunct="0">
              <a:spcBef>
                <a:spcPct val="0"/>
              </a:spcBef>
              <a:spcAft>
                <a:spcPct val="0"/>
              </a:spcAft>
              <a:defRPr>
                <a:solidFill>
                  <a:schemeClr val="tx1"/>
                </a:solidFill>
                <a:latin typeface="Calibri" pitchFamily="34" charset="0"/>
                <a:cs typeface="Arial" charset="0"/>
              </a:defRPr>
            </a:lvl8pPr>
            <a:lvl9pPr marL="3886200" indent="-228600" eaLnBrk="0" fontAlgn="base" hangingPunct="0">
              <a:spcBef>
                <a:spcPct val="0"/>
              </a:spcBef>
              <a:spcAft>
                <a:spcPct val="0"/>
              </a:spcAft>
              <a:defRPr>
                <a:solidFill>
                  <a:schemeClr val="tx1"/>
                </a:solidFill>
                <a:latin typeface="Calibri" pitchFamily="34" charset="0"/>
                <a:cs typeface="Arial" charset="0"/>
              </a:defRPr>
            </a:lvl9pPr>
          </a:lstStyle>
          <a:p>
            <a:pPr eaLnBrk="1" hangingPunct="1">
              <a:defRPr/>
            </a:pPr>
            <a:r>
              <a:rPr lang="de-DE" sz="1100">
                <a:solidFill>
                  <a:schemeClr val="bg1"/>
                </a:solidFill>
                <a:latin typeface="Arial" charset="0"/>
                <a:ea typeface="+mn-ea"/>
              </a:rPr>
              <a:t>Seite</a:t>
            </a:r>
          </a:p>
        </p:txBody>
      </p:sp>
      <p:pic>
        <p:nvPicPr>
          <p:cNvPr id="7" name="Grafik 2"/>
          <p:cNvPicPr>
            <a:picLocks noChangeAspect="1"/>
          </p:cNvPicPr>
          <p:nvPr userDrawn="1"/>
        </p:nvPicPr>
        <p:blipFill>
          <a:blip r:embed="rId2" cstate="print">
            <a:extLst>
              <a:ext uri="{28A0092B-C50C-407E-A947-70E740481C1C}">
                <a14:useLocalDpi xmlns:a14="http://schemas.microsoft.com/office/drawing/2010/main" val="0"/>
              </a:ext>
            </a:extLst>
          </a:blip>
          <a:srcRect/>
          <a:stretch>
            <a:fillRect/>
          </a:stretch>
        </p:blipFill>
        <p:spPr bwMode="auto">
          <a:xfrm>
            <a:off x="480484" y="6599238"/>
            <a:ext cx="1921933" cy="127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8" name="Rectangle 7"/>
          <p:cNvSpPr>
            <a:spLocks noChangeArrowheads="1"/>
          </p:cNvSpPr>
          <p:nvPr userDrawn="1"/>
        </p:nvSpPr>
        <p:spPr bwMode="auto">
          <a:xfrm>
            <a:off x="431800" y="2114574"/>
            <a:ext cx="2616200" cy="1962150"/>
          </a:xfrm>
          <a:prstGeom prst="rect">
            <a:avLst/>
          </a:prstGeom>
          <a:solidFill>
            <a:srgbClr val="4A5C66"/>
          </a:solidFill>
          <a:ln w="6350">
            <a:solidFill>
              <a:srgbClr val="4A5C66"/>
            </a:solidFill>
            <a:miter lim="800000"/>
            <a:headEnd/>
            <a:tailEnd/>
          </a:ln>
        </p:spPr>
        <p:txBody>
          <a:bodyPr wrap="none" anchor="ctr"/>
          <a:lstStyle>
            <a:lvl1pPr>
              <a:defRPr sz="2400">
                <a:solidFill>
                  <a:schemeClr val="tx1"/>
                </a:solidFill>
                <a:latin typeface="Calibri" pitchFamily="34" charset="0"/>
                <a:ea typeface="MS PGothic" pitchFamily="34" charset="-128"/>
              </a:defRPr>
            </a:lvl1pPr>
            <a:lvl2pPr marL="742950" indent="-285750">
              <a:defRPr sz="2400">
                <a:solidFill>
                  <a:schemeClr val="tx1"/>
                </a:solidFill>
                <a:latin typeface="Calibri" pitchFamily="34" charset="0"/>
                <a:ea typeface="MS PGothic" pitchFamily="34" charset="-128"/>
              </a:defRPr>
            </a:lvl2pPr>
            <a:lvl3pPr marL="1143000" indent="-228600">
              <a:defRPr sz="2400">
                <a:solidFill>
                  <a:schemeClr val="tx1"/>
                </a:solidFill>
                <a:latin typeface="Calibri" pitchFamily="34" charset="0"/>
                <a:ea typeface="MS PGothic" pitchFamily="34" charset="-128"/>
              </a:defRPr>
            </a:lvl3pPr>
            <a:lvl4pPr marL="1600200" indent="-228600">
              <a:defRPr sz="2400">
                <a:solidFill>
                  <a:schemeClr val="tx1"/>
                </a:solidFill>
                <a:latin typeface="Calibri" pitchFamily="34" charset="0"/>
                <a:ea typeface="MS PGothic" pitchFamily="34" charset="-128"/>
              </a:defRPr>
            </a:lvl4pPr>
            <a:lvl5pPr marL="2057400" indent="-228600">
              <a:defRPr sz="2400">
                <a:solidFill>
                  <a:schemeClr val="tx1"/>
                </a:solidFill>
                <a:latin typeface="Calibri" pitchFamily="34" charset="0"/>
                <a:ea typeface="MS PGothic" pitchFamily="34" charset="-128"/>
              </a:defRPr>
            </a:lvl5pPr>
            <a:lvl6pPr marL="2514600" indent="-228600" eaLnBrk="0" fontAlgn="base" hangingPunct="0">
              <a:spcBef>
                <a:spcPct val="0"/>
              </a:spcBef>
              <a:spcAft>
                <a:spcPct val="0"/>
              </a:spcAft>
              <a:defRPr sz="2400">
                <a:solidFill>
                  <a:schemeClr val="tx1"/>
                </a:solidFill>
                <a:latin typeface="Calibri" pitchFamily="34" charset="0"/>
                <a:ea typeface="MS PGothic" pitchFamily="34" charset="-128"/>
              </a:defRPr>
            </a:lvl6pPr>
            <a:lvl7pPr marL="2971800" indent="-228600" eaLnBrk="0" fontAlgn="base" hangingPunct="0">
              <a:spcBef>
                <a:spcPct val="0"/>
              </a:spcBef>
              <a:spcAft>
                <a:spcPct val="0"/>
              </a:spcAft>
              <a:defRPr sz="2400">
                <a:solidFill>
                  <a:schemeClr val="tx1"/>
                </a:solidFill>
                <a:latin typeface="Calibri" pitchFamily="34" charset="0"/>
                <a:ea typeface="MS PGothic" pitchFamily="34" charset="-128"/>
              </a:defRPr>
            </a:lvl7pPr>
            <a:lvl8pPr marL="3429000" indent="-228600" eaLnBrk="0" fontAlgn="base" hangingPunct="0">
              <a:spcBef>
                <a:spcPct val="0"/>
              </a:spcBef>
              <a:spcAft>
                <a:spcPct val="0"/>
              </a:spcAft>
              <a:defRPr sz="2400">
                <a:solidFill>
                  <a:schemeClr val="tx1"/>
                </a:solidFill>
                <a:latin typeface="Calibri" pitchFamily="34" charset="0"/>
                <a:ea typeface="MS PGothic" pitchFamily="34" charset="-128"/>
              </a:defRPr>
            </a:lvl8pPr>
            <a:lvl9pPr marL="3886200" indent="-228600" eaLnBrk="0" fontAlgn="base" hangingPunct="0">
              <a:spcBef>
                <a:spcPct val="0"/>
              </a:spcBef>
              <a:spcAft>
                <a:spcPct val="0"/>
              </a:spcAft>
              <a:defRPr sz="2400">
                <a:solidFill>
                  <a:schemeClr val="tx1"/>
                </a:solidFill>
                <a:latin typeface="Calibri" pitchFamily="34" charset="0"/>
                <a:ea typeface="MS PGothic" pitchFamily="34" charset="-128"/>
              </a:defRPr>
            </a:lvl9pPr>
          </a:lstStyle>
          <a:p>
            <a:pPr eaLnBrk="1" hangingPunct="1">
              <a:defRPr/>
            </a:pPr>
            <a:endParaRPr lang="de-DE" altLang="de-DE" sz="1800">
              <a:cs typeface="Arial" pitchFamily="34" charset="0"/>
            </a:endParaRPr>
          </a:p>
        </p:txBody>
      </p:sp>
      <p:sp>
        <p:nvSpPr>
          <p:cNvPr id="9" name="Rectangle 10"/>
          <p:cNvSpPr>
            <a:spLocks noChangeArrowheads="1"/>
          </p:cNvSpPr>
          <p:nvPr userDrawn="1"/>
        </p:nvSpPr>
        <p:spPr bwMode="auto">
          <a:xfrm>
            <a:off x="3310467" y="2114574"/>
            <a:ext cx="2616200" cy="1962150"/>
          </a:xfrm>
          <a:prstGeom prst="rect">
            <a:avLst/>
          </a:prstGeom>
          <a:solidFill>
            <a:srgbClr val="4A5C66"/>
          </a:solidFill>
          <a:ln w="6350">
            <a:solidFill>
              <a:srgbClr val="4A5C66"/>
            </a:solidFill>
            <a:miter lim="800000"/>
            <a:headEnd/>
            <a:tailEnd/>
          </a:ln>
        </p:spPr>
        <p:txBody>
          <a:bodyPr wrap="none" anchor="ctr"/>
          <a:lstStyle>
            <a:lvl1pPr>
              <a:defRPr sz="2400">
                <a:solidFill>
                  <a:schemeClr val="tx1"/>
                </a:solidFill>
                <a:latin typeface="Calibri" pitchFamily="34" charset="0"/>
                <a:ea typeface="MS PGothic" pitchFamily="34" charset="-128"/>
              </a:defRPr>
            </a:lvl1pPr>
            <a:lvl2pPr marL="742950" indent="-285750">
              <a:defRPr sz="2400">
                <a:solidFill>
                  <a:schemeClr val="tx1"/>
                </a:solidFill>
                <a:latin typeface="Calibri" pitchFamily="34" charset="0"/>
                <a:ea typeface="MS PGothic" pitchFamily="34" charset="-128"/>
              </a:defRPr>
            </a:lvl2pPr>
            <a:lvl3pPr marL="1143000" indent="-228600">
              <a:defRPr sz="2400">
                <a:solidFill>
                  <a:schemeClr val="tx1"/>
                </a:solidFill>
                <a:latin typeface="Calibri" pitchFamily="34" charset="0"/>
                <a:ea typeface="MS PGothic" pitchFamily="34" charset="-128"/>
              </a:defRPr>
            </a:lvl3pPr>
            <a:lvl4pPr marL="1600200" indent="-228600">
              <a:defRPr sz="2400">
                <a:solidFill>
                  <a:schemeClr val="tx1"/>
                </a:solidFill>
                <a:latin typeface="Calibri" pitchFamily="34" charset="0"/>
                <a:ea typeface="MS PGothic" pitchFamily="34" charset="-128"/>
              </a:defRPr>
            </a:lvl4pPr>
            <a:lvl5pPr marL="2057400" indent="-228600">
              <a:defRPr sz="2400">
                <a:solidFill>
                  <a:schemeClr val="tx1"/>
                </a:solidFill>
                <a:latin typeface="Calibri" pitchFamily="34" charset="0"/>
                <a:ea typeface="MS PGothic" pitchFamily="34" charset="-128"/>
              </a:defRPr>
            </a:lvl5pPr>
            <a:lvl6pPr marL="2514600" indent="-228600" eaLnBrk="0" fontAlgn="base" hangingPunct="0">
              <a:spcBef>
                <a:spcPct val="0"/>
              </a:spcBef>
              <a:spcAft>
                <a:spcPct val="0"/>
              </a:spcAft>
              <a:defRPr sz="2400">
                <a:solidFill>
                  <a:schemeClr val="tx1"/>
                </a:solidFill>
                <a:latin typeface="Calibri" pitchFamily="34" charset="0"/>
                <a:ea typeface="MS PGothic" pitchFamily="34" charset="-128"/>
              </a:defRPr>
            </a:lvl6pPr>
            <a:lvl7pPr marL="2971800" indent="-228600" eaLnBrk="0" fontAlgn="base" hangingPunct="0">
              <a:spcBef>
                <a:spcPct val="0"/>
              </a:spcBef>
              <a:spcAft>
                <a:spcPct val="0"/>
              </a:spcAft>
              <a:defRPr sz="2400">
                <a:solidFill>
                  <a:schemeClr val="tx1"/>
                </a:solidFill>
                <a:latin typeface="Calibri" pitchFamily="34" charset="0"/>
                <a:ea typeface="MS PGothic" pitchFamily="34" charset="-128"/>
              </a:defRPr>
            </a:lvl7pPr>
            <a:lvl8pPr marL="3429000" indent="-228600" eaLnBrk="0" fontAlgn="base" hangingPunct="0">
              <a:spcBef>
                <a:spcPct val="0"/>
              </a:spcBef>
              <a:spcAft>
                <a:spcPct val="0"/>
              </a:spcAft>
              <a:defRPr sz="2400">
                <a:solidFill>
                  <a:schemeClr val="tx1"/>
                </a:solidFill>
                <a:latin typeface="Calibri" pitchFamily="34" charset="0"/>
                <a:ea typeface="MS PGothic" pitchFamily="34" charset="-128"/>
              </a:defRPr>
            </a:lvl8pPr>
            <a:lvl9pPr marL="3886200" indent="-228600" eaLnBrk="0" fontAlgn="base" hangingPunct="0">
              <a:spcBef>
                <a:spcPct val="0"/>
              </a:spcBef>
              <a:spcAft>
                <a:spcPct val="0"/>
              </a:spcAft>
              <a:defRPr sz="2400">
                <a:solidFill>
                  <a:schemeClr val="tx1"/>
                </a:solidFill>
                <a:latin typeface="Calibri" pitchFamily="34" charset="0"/>
                <a:ea typeface="MS PGothic" pitchFamily="34" charset="-128"/>
              </a:defRPr>
            </a:lvl9pPr>
          </a:lstStyle>
          <a:p>
            <a:pPr eaLnBrk="1" hangingPunct="1">
              <a:defRPr/>
            </a:pPr>
            <a:endParaRPr lang="de-DE" altLang="de-DE" sz="1800">
              <a:cs typeface="Arial" pitchFamily="34" charset="0"/>
            </a:endParaRPr>
          </a:p>
        </p:txBody>
      </p:sp>
      <p:sp>
        <p:nvSpPr>
          <p:cNvPr id="10" name="Rectangle 11"/>
          <p:cNvSpPr>
            <a:spLocks noChangeArrowheads="1"/>
          </p:cNvSpPr>
          <p:nvPr userDrawn="1"/>
        </p:nvSpPr>
        <p:spPr bwMode="auto">
          <a:xfrm>
            <a:off x="6191251" y="2114574"/>
            <a:ext cx="2616200" cy="1962150"/>
          </a:xfrm>
          <a:prstGeom prst="rect">
            <a:avLst/>
          </a:prstGeom>
          <a:solidFill>
            <a:srgbClr val="4A5C66"/>
          </a:solidFill>
          <a:ln w="6350">
            <a:solidFill>
              <a:srgbClr val="4A5C66"/>
            </a:solidFill>
            <a:miter lim="800000"/>
            <a:headEnd/>
            <a:tailEnd/>
          </a:ln>
        </p:spPr>
        <p:txBody>
          <a:bodyPr wrap="none" anchor="ctr"/>
          <a:lstStyle>
            <a:lvl1pPr>
              <a:defRPr sz="2400">
                <a:solidFill>
                  <a:schemeClr val="tx1"/>
                </a:solidFill>
                <a:latin typeface="Calibri" pitchFamily="34" charset="0"/>
                <a:ea typeface="MS PGothic" pitchFamily="34" charset="-128"/>
              </a:defRPr>
            </a:lvl1pPr>
            <a:lvl2pPr marL="742950" indent="-285750">
              <a:defRPr sz="2400">
                <a:solidFill>
                  <a:schemeClr val="tx1"/>
                </a:solidFill>
                <a:latin typeface="Calibri" pitchFamily="34" charset="0"/>
                <a:ea typeface="MS PGothic" pitchFamily="34" charset="-128"/>
              </a:defRPr>
            </a:lvl2pPr>
            <a:lvl3pPr marL="1143000" indent="-228600">
              <a:defRPr sz="2400">
                <a:solidFill>
                  <a:schemeClr val="tx1"/>
                </a:solidFill>
                <a:latin typeface="Calibri" pitchFamily="34" charset="0"/>
                <a:ea typeface="MS PGothic" pitchFamily="34" charset="-128"/>
              </a:defRPr>
            </a:lvl3pPr>
            <a:lvl4pPr marL="1600200" indent="-228600">
              <a:defRPr sz="2400">
                <a:solidFill>
                  <a:schemeClr val="tx1"/>
                </a:solidFill>
                <a:latin typeface="Calibri" pitchFamily="34" charset="0"/>
                <a:ea typeface="MS PGothic" pitchFamily="34" charset="-128"/>
              </a:defRPr>
            </a:lvl4pPr>
            <a:lvl5pPr marL="2057400" indent="-228600">
              <a:defRPr sz="2400">
                <a:solidFill>
                  <a:schemeClr val="tx1"/>
                </a:solidFill>
                <a:latin typeface="Calibri" pitchFamily="34" charset="0"/>
                <a:ea typeface="MS PGothic" pitchFamily="34" charset="-128"/>
              </a:defRPr>
            </a:lvl5pPr>
            <a:lvl6pPr marL="2514600" indent="-228600" eaLnBrk="0" fontAlgn="base" hangingPunct="0">
              <a:spcBef>
                <a:spcPct val="0"/>
              </a:spcBef>
              <a:spcAft>
                <a:spcPct val="0"/>
              </a:spcAft>
              <a:defRPr sz="2400">
                <a:solidFill>
                  <a:schemeClr val="tx1"/>
                </a:solidFill>
                <a:latin typeface="Calibri" pitchFamily="34" charset="0"/>
                <a:ea typeface="MS PGothic" pitchFamily="34" charset="-128"/>
              </a:defRPr>
            </a:lvl6pPr>
            <a:lvl7pPr marL="2971800" indent="-228600" eaLnBrk="0" fontAlgn="base" hangingPunct="0">
              <a:spcBef>
                <a:spcPct val="0"/>
              </a:spcBef>
              <a:spcAft>
                <a:spcPct val="0"/>
              </a:spcAft>
              <a:defRPr sz="2400">
                <a:solidFill>
                  <a:schemeClr val="tx1"/>
                </a:solidFill>
                <a:latin typeface="Calibri" pitchFamily="34" charset="0"/>
                <a:ea typeface="MS PGothic" pitchFamily="34" charset="-128"/>
              </a:defRPr>
            </a:lvl7pPr>
            <a:lvl8pPr marL="3429000" indent="-228600" eaLnBrk="0" fontAlgn="base" hangingPunct="0">
              <a:spcBef>
                <a:spcPct val="0"/>
              </a:spcBef>
              <a:spcAft>
                <a:spcPct val="0"/>
              </a:spcAft>
              <a:defRPr sz="2400">
                <a:solidFill>
                  <a:schemeClr val="tx1"/>
                </a:solidFill>
                <a:latin typeface="Calibri" pitchFamily="34" charset="0"/>
                <a:ea typeface="MS PGothic" pitchFamily="34" charset="-128"/>
              </a:defRPr>
            </a:lvl8pPr>
            <a:lvl9pPr marL="3886200" indent="-228600" eaLnBrk="0" fontAlgn="base" hangingPunct="0">
              <a:spcBef>
                <a:spcPct val="0"/>
              </a:spcBef>
              <a:spcAft>
                <a:spcPct val="0"/>
              </a:spcAft>
              <a:defRPr sz="2400">
                <a:solidFill>
                  <a:schemeClr val="tx1"/>
                </a:solidFill>
                <a:latin typeface="Calibri" pitchFamily="34" charset="0"/>
                <a:ea typeface="MS PGothic" pitchFamily="34" charset="-128"/>
              </a:defRPr>
            </a:lvl9pPr>
          </a:lstStyle>
          <a:p>
            <a:pPr eaLnBrk="1" hangingPunct="1">
              <a:defRPr/>
            </a:pPr>
            <a:endParaRPr lang="de-DE" altLang="de-DE" sz="1800">
              <a:cs typeface="Arial" pitchFamily="34" charset="0"/>
            </a:endParaRPr>
          </a:p>
        </p:txBody>
      </p:sp>
      <p:sp>
        <p:nvSpPr>
          <p:cNvPr id="11" name="Rectangle 12"/>
          <p:cNvSpPr>
            <a:spLocks noChangeArrowheads="1"/>
          </p:cNvSpPr>
          <p:nvPr userDrawn="1"/>
        </p:nvSpPr>
        <p:spPr bwMode="auto">
          <a:xfrm>
            <a:off x="9069917" y="2114574"/>
            <a:ext cx="2616200" cy="1962150"/>
          </a:xfrm>
          <a:prstGeom prst="rect">
            <a:avLst/>
          </a:prstGeom>
          <a:solidFill>
            <a:srgbClr val="80BA24"/>
          </a:solidFill>
          <a:ln w="6350">
            <a:solidFill>
              <a:srgbClr val="80BA24"/>
            </a:solidFill>
            <a:miter lim="800000"/>
            <a:headEnd/>
            <a:tailEnd/>
          </a:ln>
        </p:spPr>
        <p:txBody>
          <a:bodyPr wrap="none" anchor="ctr"/>
          <a:lstStyle>
            <a:lvl1pPr>
              <a:defRPr sz="2400">
                <a:solidFill>
                  <a:schemeClr val="tx1"/>
                </a:solidFill>
                <a:latin typeface="Calibri" pitchFamily="34" charset="0"/>
                <a:ea typeface="MS PGothic" pitchFamily="34" charset="-128"/>
              </a:defRPr>
            </a:lvl1pPr>
            <a:lvl2pPr marL="742950" indent="-285750">
              <a:defRPr sz="2400">
                <a:solidFill>
                  <a:schemeClr val="tx1"/>
                </a:solidFill>
                <a:latin typeface="Calibri" pitchFamily="34" charset="0"/>
                <a:ea typeface="MS PGothic" pitchFamily="34" charset="-128"/>
              </a:defRPr>
            </a:lvl2pPr>
            <a:lvl3pPr marL="1143000" indent="-228600">
              <a:defRPr sz="2400">
                <a:solidFill>
                  <a:schemeClr val="tx1"/>
                </a:solidFill>
                <a:latin typeface="Calibri" pitchFamily="34" charset="0"/>
                <a:ea typeface="MS PGothic" pitchFamily="34" charset="-128"/>
              </a:defRPr>
            </a:lvl3pPr>
            <a:lvl4pPr marL="1600200" indent="-228600">
              <a:defRPr sz="2400">
                <a:solidFill>
                  <a:schemeClr val="tx1"/>
                </a:solidFill>
                <a:latin typeface="Calibri" pitchFamily="34" charset="0"/>
                <a:ea typeface="MS PGothic" pitchFamily="34" charset="-128"/>
              </a:defRPr>
            </a:lvl4pPr>
            <a:lvl5pPr marL="2057400" indent="-228600">
              <a:defRPr sz="2400">
                <a:solidFill>
                  <a:schemeClr val="tx1"/>
                </a:solidFill>
                <a:latin typeface="Calibri" pitchFamily="34" charset="0"/>
                <a:ea typeface="MS PGothic" pitchFamily="34" charset="-128"/>
              </a:defRPr>
            </a:lvl5pPr>
            <a:lvl6pPr marL="2514600" indent="-228600" eaLnBrk="0" fontAlgn="base" hangingPunct="0">
              <a:spcBef>
                <a:spcPct val="0"/>
              </a:spcBef>
              <a:spcAft>
                <a:spcPct val="0"/>
              </a:spcAft>
              <a:defRPr sz="2400">
                <a:solidFill>
                  <a:schemeClr val="tx1"/>
                </a:solidFill>
                <a:latin typeface="Calibri" pitchFamily="34" charset="0"/>
                <a:ea typeface="MS PGothic" pitchFamily="34" charset="-128"/>
              </a:defRPr>
            </a:lvl6pPr>
            <a:lvl7pPr marL="2971800" indent="-228600" eaLnBrk="0" fontAlgn="base" hangingPunct="0">
              <a:spcBef>
                <a:spcPct val="0"/>
              </a:spcBef>
              <a:spcAft>
                <a:spcPct val="0"/>
              </a:spcAft>
              <a:defRPr sz="2400">
                <a:solidFill>
                  <a:schemeClr val="tx1"/>
                </a:solidFill>
                <a:latin typeface="Calibri" pitchFamily="34" charset="0"/>
                <a:ea typeface="MS PGothic" pitchFamily="34" charset="-128"/>
              </a:defRPr>
            </a:lvl7pPr>
            <a:lvl8pPr marL="3429000" indent="-228600" eaLnBrk="0" fontAlgn="base" hangingPunct="0">
              <a:spcBef>
                <a:spcPct val="0"/>
              </a:spcBef>
              <a:spcAft>
                <a:spcPct val="0"/>
              </a:spcAft>
              <a:defRPr sz="2400">
                <a:solidFill>
                  <a:schemeClr val="tx1"/>
                </a:solidFill>
                <a:latin typeface="Calibri" pitchFamily="34" charset="0"/>
                <a:ea typeface="MS PGothic" pitchFamily="34" charset="-128"/>
              </a:defRPr>
            </a:lvl8pPr>
            <a:lvl9pPr marL="3886200" indent="-228600" eaLnBrk="0" fontAlgn="base" hangingPunct="0">
              <a:spcBef>
                <a:spcPct val="0"/>
              </a:spcBef>
              <a:spcAft>
                <a:spcPct val="0"/>
              </a:spcAft>
              <a:defRPr sz="2400">
                <a:solidFill>
                  <a:schemeClr val="tx1"/>
                </a:solidFill>
                <a:latin typeface="Calibri" pitchFamily="34" charset="0"/>
                <a:ea typeface="MS PGothic" pitchFamily="34" charset="-128"/>
              </a:defRPr>
            </a:lvl9pPr>
          </a:lstStyle>
          <a:p>
            <a:pPr eaLnBrk="1" hangingPunct="1">
              <a:defRPr/>
            </a:pPr>
            <a:endParaRPr lang="de-DE" altLang="de-DE" sz="1800">
              <a:cs typeface="Arial" pitchFamily="34" charset="0"/>
            </a:endParaRPr>
          </a:p>
        </p:txBody>
      </p:sp>
      <p:sp>
        <p:nvSpPr>
          <p:cNvPr id="12" name="Rectangle 13"/>
          <p:cNvSpPr>
            <a:spLocks noChangeArrowheads="1"/>
          </p:cNvSpPr>
          <p:nvPr userDrawn="1"/>
        </p:nvSpPr>
        <p:spPr bwMode="auto">
          <a:xfrm>
            <a:off x="431800" y="4275162"/>
            <a:ext cx="2616200" cy="1962150"/>
          </a:xfrm>
          <a:prstGeom prst="rect">
            <a:avLst/>
          </a:prstGeom>
          <a:solidFill>
            <a:srgbClr val="4A5C66"/>
          </a:solidFill>
          <a:ln w="6350">
            <a:solidFill>
              <a:srgbClr val="4A5C66"/>
            </a:solidFill>
            <a:miter lim="800000"/>
            <a:headEnd/>
            <a:tailEnd/>
          </a:ln>
        </p:spPr>
        <p:txBody>
          <a:bodyPr wrap="none" anchor="ctr"/>
          <a:lstStyle>
            <a:lvl1pPr>
              <a:defRPr sz="2400">
                <a:solidFill>
                  <a:schemeClr val="tx1"/>
                </a:solidFill>
                <a:latin typeface="Calibri" pitchFamily="34" charset="0"/>
                <a:ea typeface="MS PGothic" pitchFamily="34" charset="-128"/>
              </a:defRPr>
            </a:lvl1pPr>
            <a:lvl2pPr marL="742950" indent="-285750">
              <a:defRPr sz="2400">
                <a:solidFill>
                  <a:schemeClr val="tx1"/>
                </a:solidFill>
                <a:latin typeface="Calibri" pitchFamily="34" charset="0"/>
                <a:ea typeface="MS PGothic" pitchFamily="34" charset="-128"/>
              </a:defRPr>
            </a:lvl2pPr>
            <a:lvl3pPr marL="1143000" indent="-228600">
              <a:defRPr sz="2400">
                <a:solidFill>
                  <a:schemeClr val="tx1"/>
                </a:solidFill>
                <a:latin typeface="Calibri" pitchFamily="34" charset="0"/>
                <a:ea typeface="MS PGothic" pitchFamily="34" charset="-128"/>
              </a:defRPr>
            </a:lvl3pPr>
            <a:lvl4pPr marL="1600200" indent="-228600">
              <a:defRPr sz="2400">
                <a:solidFill>
                  <a:schemeClr val="tx1"/>
                </a:solidFill>
                <a:latin typeface="Calibri" pitchFamily="34" charset="0"/>
                <a:ea typeface="MS PGothic" pitchFamily="34" charset="-128"/>
              </a:defRPr>
            </a:lvl4pPr>
            <a:lvl5pPr marL="2057400" indent="-228600">
              <a:defRPr sz="2400">
                <a:solidFill>
                  <a:schemeClr val="tx1"/>
                </a:solidFill>
                <a:latin typeface="Calibri" pitchFamily="34" charset="0"/>
                <a:ea typeface="MS PGothic" pitchFamily="34" charset="-128"/>
              </a:defRPr>
            </a:lvl5pPr>
            <a:lvl6pPr marL="2514600" indent="-228600" eaLnBrk="0" fontAlgn="base" hangingPunct="0">
              <a:spcBef>
                <a:spcPct val="0"/>
              </a:spcBef>
              <a:spcAft>
                <a:spcPct val="0"/>
              </a:spcAft>
              <a:defRPr sz="2400">
                <a:solidFill>
                  <a:schemeClr val="tx1"/>
                </a:solidFill>
                <a:latin typeface="Calibri" pitchFamily="34" charset="0"/>
                <a:ea typeface="MS PGothic" pitchFamily="34" charset="-128"/>
              </a:defRPr>
            </a:lvl6pPr>
            <a:lvl7pPr marL="2971800" indent="-228600" eaLnBrk="0" fontAlgn="base" hangingPunct="0">
              <a:spcBef>
                <a:spcPct val="0"/>
              </a:spcBef>
              <a:spcAft>
                <a:spcPct val="0"/>
              </a:spcAft>
              <a:defRPr sz="2400">
                <a:solidFill>
                  <a:schemeClr val="tx1"/>
                </a:solidFill>
                <a:latin typeface="Calibri" pitchFamily="34" charset="0"/>
                <a:ea typeface="MS PGothic" pitchFamily="34" charset="-128"/>
              </a:defRPr>
            </a:lvl7pPr>
            <a:lvl8pPr marL="3429000" indent="-228600" eaLnBrk="0" fontAlgn="base" hangingPunct="0">
              <a:spcBef>
                <a:spcPct val="0"/>
              </a:spcBef>
              <a:spcAft>
                <a:spcPct val="0"/>
              </a:spcAft>
              <a:defRPr sz="2400">
                <a:solidFill>
                  <a:schemeClr val="tx1"/>
                </a:solidFill>
                <a:latin typeface="Calibri" pitchFamily="34" charset="0"/>
                <a:ea typeface="MS PGothic" pitchFamily="34" charset="-128"/>
              </a:defRPr>
            </a:lvl8pPr>
            <a:lvl9pPr marL="3886200" indent="-228600" eaLnBrk="0" fontAlgn="base" hangingPunct="0">
              <a:spcBef>
                <a:spcPct val="0"/>
              </a:spcBef>
              <a:spcAft>
                <a:spcPct val="0"/>
              </a:spcAft>
              <a:defRPr sz="2400">
                <a:solidFill>
                  <a:schemeClr val="tx1"/>
                </a:solidFill>
                <a:latin typeface="Calibri" pitchFamily="34" charset="0"/>
                <a:ea typeface="MS PGothic" pitchFamily="34" charset="-128"/>
              </a:defRPr>
            </a:lvl9pPr>
          </a:lstStyle>
          <a:p>
            <a:pPr eaLnBrk="1" hangingPunct="1">
              <a:defRPr/>
            </a:pPr>
            <a:endParaRPr lang="de-DE" altLang="de-DE" sz="1800">
              <a:cs typeface="Arial" pitchFamily="34" charset="0"/>
            </a:endParaRPr>
          </a:p>
        </p:txBody>
      </p:sp>
      <p:sp>
        <p:nvSpPr>
          <p:cNvPr id="13" name="Rectangle 14"/>
          <p:cNvSpPr>
            <a:spLocks noChangeArrowheads="1"/>
          </p:cNvSpPr>
          <p:nvPr userDrawn="1"/>
        </p:nvSpPr>
        <p:spPr bwMode="auto">
          <a:xfrm>
            <a:off x="3310467" y="4275162"/>
            <a:ext cx="2616200" cy="1962150"/>
          </a:xfrm>
          <a:prstGeom prst="rect">
            <a:avLst/>
          </a:prstGeom>
          <a:solidFill>
            <a:srgbClr val="4A5C66"/>
          </a:solidFill>
          <a:ln w="6350">
            <a:solidFill>
              <a:srgbClr val="4A5C66"/>
            </a:solidFill>
            <a:miter lim="800000"/>
            <a:headEnd/>
            <a:tailEnd/>
          </a:ln>
        </p:spPr>
        <p:txBody>
          <a:bodyPr wrap="none" anchor="ctr"/>
          <a:lstStyle>
            <a:lvl1pPr>
              <a:defRPr sz="2400">
                <a:solidFill>
                  <a:schemeClr val="tx1"/>
                </a:solidFill>
                <a:latin typeface="Calibri" pitchFamily="34" charset="0"/>
                <a:ea typeface="MS PGothic" pitchFamily="34" charset="-128"/>
              </a:defRPr>
            </a:lvl1pPr>
            <a:lvl2pPr marL="742950" indent="-285750">
              <a:defRPr sz="2400">
                <a:solidFill>
                  <a:schemeClr val="tx1"/>
                </a:solidFill>
                <a:latin typeface="Calibri" pitchFamily="34" charset="0"/>
                <a:ea typeface="MS PGothic" pitchFamily="34" charset="-128"/>
              </a:defRPr>
            </a:lvl2pPr>
            <a:lvl3pPr marL="1143000" indent="-228600">
              <a:defRPr sz="2400">
                <a:solidFill>
                  <a:schemeClr val="tx1"/>
                </a:solidFill>
                <a:latin typeface="Calibri" pitchFamily="34" charset="0"/>
                <a:ea typeface="MS PGothic" pitchFamily="34" charset="-128"/>
              </a:defRPr>
            </a:lvl3pPr>
            <a:lvl4pPr marL="1600200" indent="-228600">
              <a:defRPr sz="2400">
                <a:solidFill>
                  <a:schemeClr val="tx1"/>
                </a:solidFill>
                <a:latin typeface="Calibri" pitchFamily="34" charset="0"/>
                <a:ea typeface="MS PGothic" pitchFamily="34" charset="-128"/>
              </a:defRPr>
            </a:lvl4pPr>
            <a:lvl5pPr marL="2057400" indent="-228600">
              <a:defRPr sz="2400">
                <a:solidFill>
                  <a:schemeClr val="tx1"/>
                </a:solidFill>
                <a:latin typeface="Calibri" pitchFamily="34" charset="0"/>
                <a:ea typeface="MS PGothic" pitchFamily="34" charset="-128"/>
              </a:defRPr>
            </a:lvl5pPr>
            <a:lvl6pPr marL="2514600" indent="-228600" eaLnBrk="0" fontAlgn="base" hangingPunct="0">
              <a:spcBef>
                <a:spcPct val="0"/>
              </a:spcBef>
              <a:spcAft>
                <a:spcPct val="0"/>
              </a:spcAft>
              <a:defRPr sz="2400">
                <a:solidFill>
                  <a:schemeClr val="tx1"/>
                </a:solidFill>
                <a:latin typeface="Calibri" pitchFamily="34" charset="0"/>
                <a:ea typeface="MS PGothic" pitchFamily="34" charset="-128"/>
              </a:defRPr>
            </a:lvl6pPr>
            <a:lvl7pPr marL="2971800" indent="-228600" eaLnBrk="0" fontAlgn="base" hangingPunct="0">
              <a:spcBef>
                <a:spcPct val="0"/>
              </a:spcBef>
              <a:spcAft>
                <a:spcPct val="0"/>
              </a:spcAft>
              <a:defRPr sz="2400">
                <a:solidFill>
                  <a:schemeClr val="tx1"/>
                </a:solidFill>
                <a:latin typeface="Calibri" pitchFamily="34" charset="0"/>
                <a:ea typeface="MS PGothic" pitchFamily="34" charset="-128"/>
              </a:defRPr>
            </a:lvl7pPr>
            <a:lvl8pPr marL="3429000" indent="-228600" eaLnBrk="0" fontAlgn="base" hangingPunct="0">
              <a:spcBef>
                <a:spcPct val="0"/>
              </a:spcBef>
              <a:spcAft>
                <a:spcPct val="0"/>
              </a:spcAft>
              <a:defRPr sz="2400">
                <a:solidFill>
                  <a:schemeClr val="tx1"/>
                </a:solidFill>
                <a:latin typeface="Calibri" pitchFamily="34" charset="0"/>
                <a:ea typeface="MS PGothic" pitchFamily="34" charset="-128"/>
              </a:defRPr>
            </a:lvl8pPr>
            <a:lvl9pPr marL="3886200" indent="-228600" eaLnBrk="0" fontAlgn="base" hangingPunct="0">
              <a:spcBef>
                <a:spcPct val="0"/>
              </a:spcBef>
              <a:spcAft>
                <a:spcPct val="0"/>
              </a:spcAft>
              <a:defRPr sz="2400">
                <a:solidFill>
                  <a:schemeClr val="tx1"/>
                </a:solidFill>
                <a:latin typeface="Calibri" pitchFamily="34" charset="0"/>
                <a:ea typeface="MS PGothic" pitchFamily="34" charset="-128"/>
              </a:defRPr>
            </a:lvl9pPr>
          </a:lstStyle>
          <a:p>
            <a:pPr eaLnBrk="1" hangingPunct="1">
              <a:defRPr/>
            </a:pPr>
            <a:endParaRPr lang="de-DE" altLang="de-DE" sz="1800">
              <a:cs typeface="Arial" pitchFamily="34" charset="0"/>
            </a:endParaRPr>
          </a:p>
        </p:txBody>
      </p:sp>
      <p:sp>
        <p:nvSpPr>
          <p:cNvPr id="14" name="Rectangle 15"/>
          <p:cNvSpPr>
            <a:spLocks noChangeArrowheads="1"/>
          </p:cNvSpPr>
          <p:nvPr userDrawn="1"/>
        </p:nvSpPr>
        <p:spPr bwMode="auto">
          <a:xfrm>
            <a:off x="6191251" y="4275162"/>
            <a:ext cx="2616200" cy="1962150"/>
          </a:xfrm>
          <a:prstGeom prst="rect">
            <a:avLst/>
          </a:prstGeom>
          <a:solidFill>
            <a:srgbClr val="4A5C66"/>
          </a:solidFill>
          <a:ln w="6350">
            <a:solidFill>
              <a:srgbClr val="4A5C66"/>
            </a:solidFill>
            <a:miter lim="800000"/>
            <a:headEnd/>
            <a:tailEnd/>
          </a:ln>
        </p:spPr>
        <p:txBody>
          <a:bodyPr wrap="none" anchor="ctr"/>
          <a:lstStyle>
            <a:lvl1pPr>
              <a:defRPr sz="2400">
                <a:solidFill>
                  <a:schemeClr val="tx1"/>
                </a:solidFill>
                <a:latin typeface="Calibri" pitchFamily="34" charset="0"/>
                <a:ea typeface="MS PGothic" pitchFamily="34" charset="-128"/>
              </a:defRPr>
            </a:lvl1pPr>
            <a:lvl2pPr marL="742950" indent="-285750">
              <a:defRPr sz="2400">
                <a:solidFill>
                  <a:schemeClr val="tx1"/>
                </a:solidFill>
                <a:latin typeface="Calibri" pitchFamily="34" charset="0"/>
                <a:ea typeface="MS PGothic" pitchFamily="34" charset="-128"/>
              </a:defRPr>
            </a:lvl2pPr>
            <a:lvl3pPr marL="1143000" indent="-228600">
              <a:defRPr sz="2400">
                <a:solidFill>
                  <a:schemeClr val="tx1"/>
                </a:solidFill>
                <a:latin typeface="Calibri" pitchFamily="34" charset="0"/>
                <a:ea typeface="MS PGothic" pitchFamily="34" charset="-128"/>
              </a:defRPr>
            </a:lvl3pPr>
            <a:lvl4pPr marL="1600200" indent="-228600">
              <a:defRPr sz="2400">
                <a:solidFill>
                  <a:schemeClr val="tx1"/>
                </a:solidFill>
                <a:latin typeface="Calibri" pitchFamily="34" charset="0"/>
                <a:ea typeface="MS PGothic" pitchFamily="34" charset="-128"/>
              </a:defRPr>
            </a:lvl4pPr>
            <a:lvl5pPr marL="2057400" indent="-228600">
              <a:defRPr sz="2400">
                <a:solidFill>
                  <a:schemeClr val="tx1"/>
                </a:solidFill>
                <a:latin typeface="Calibri" pitchFamily="34" charset="0"/>
                <a:ea typeface="MS PGothic" pitchFamily="34" charset="-128"/>
              </a:defRPr>
            </a:lvl5pPr>
            <a:lvl6pPr marL="2514600" indent="-228600" eaLnBrk="0" fontAlgn="base" hangingPunct="0">
              <a:spcBef>
                <a:spcPct val="0"/>
              </a:spcBef>
              <a:spcAft>
                <a:spcPct val="0"/>
              </a:spcAft>
              <a:defRPr sz="2400">
                <a:solidFill>
                  <a:schemeClr val="tx1"/>
                </a:solidFill>
                <a:latin typeface="Calibri" pitchFamily="34" charset="0"/>
                <a:ea typeface="MS PGothic" pitchFamily="34" charset="-128"/>
              </a:defRPr>
            </a:lvl6pPr>
            <a:lvl7pPr marL="2971800" indent="-228600" eaLnBrk="0" fontAlgn="base" hangingPunct="0">
              <a:spcBef>
                <a:spcPct val="0"/>
              </a:spcBef>
              <a:spcAft>
                <a:spcPct val="0"/>
              </a:spcAft>
              <a:defRPr sz="2400">
                <a:solidFill>
                  <a:schemeClr val="tx1"/>
                </a:solidFill>
                <a:latin typeface="Calibri" pitchFamily="34" charset="0"/>
                <a:ea typeface="MS PGothic" pitchFamily="34" charset="-128"/>
              </a:defRPr>
            </a:lvl7pPr>
            <a:lvl8pPr marL="3429000" indent="-228600" eaLnBrk="0" fontAlgn="base" hangingPunct="0">
              <a:spcBef>
                <a:spcPct val="0"/>
              </a:spcBef>
              <a:spcAft>
                <a:spcPct val="0"/>
              </a:spcAft>
              <a:defRPr sz="2400">
                <a:solidFill>
                  <a:schemeClr val="tx1"/>
                </a:solidFill>
                <a:latin typeface="Calibri" pitchFamily="34" charset="0"/>
                <a:ea typeface="MS PGothic" pitchFamily="34" charset="-128"/>
              </a:defRPr>
            </a:lvl8pPr>
            <a:lvl9pPr marL="3886200" indent="-228600" eaLnBrk="0" fontAlgn="base" hangingPunct="0">
              <a:spcBef>
                <a:spcPct val="0"/>
              </a:spcBef>
              <a:spcAft>
                <a:spcPct val="0"/>
              </a:spcAft>
              <a:defRPr sz="2400">
                <a:solidFill>
                  <a:schemeClr val="tx1"/>
                </a:solidFill>
                <a:latin typeface="Calibri" pitchFamily="34" charset="0"/>
                <a:ea typeface="MS PGothic" pitchFamily="34" charset="-128"/>
              </a:defRPr>
            </a:lvl9pPr>
          </a:lstStyle>
          <a:p>
            <a:pPr eaLnBrk="1" hangingPunct="1">
              <a:defRPr/>
            </a:pPr>
            <a:endParaRPr lang="de-DE" altLang="de-DE" sz="1800">
              <a:cs typeface="Arial" pitchFamily="34" charset="0"/>
            </a:endParaRPr>
          </a:p>
        </p:txBody>
      </p:sp>
      <p:sp>
        <p:nvSpPr>
          <p:cNvPr id="15" name="Rectangle 16"/>
          <p:cNvSpPr>
            <a:spLocks noChangeArrowheads="1"/>
          </p:cNvSpPr>
          <p:nvPr userDrawn="1"/>
        </p:nvSpPr>
        <p:spPr bwMode="auto">
          <a:xfrm>
            <a:off x="9069917" y="4275162"/>
            <a:ext cx="2616200" cy="1962150"/>
          </a:xfrm>
          <a:prstGeom prst="rect">
            <a:avLst/>
          </a:prstGeom>
          <a:solidFill>
            <a:srgbClr val="80BA24"/>
          </a:solidFill>
          <a:ln w="6350">
            <a:solidFill>
              <a:srgbClr val="80BA24"/>
            </a:solidFill>
            <a:miter lim="800000"/>
            <a:headEnd/>
            <a:tailEnd/>
          </a:ln>
        </p:spPr>
        <p:txBody>
          <a:bodyPr wrap="none" anchor="ctr"/>
          <a:lstStyle>
            <a:lvl1pPr>
              <a:defRPr sz="2400">
                <a:solidFill>
                  <a:schemeClr val="tx1"/>
                </a:solidFill>
                <a:latin typeface="Calibri" pitchFamily="34" charset="0"/>
                <a:ea typeface="MS PGothic" pitchFamily="34" charset="-128"/>
              </a:defRPr>
            </a:lvl1pPr>
            <a:lvl2pPr marL="742950" indent="-285750">
              <a:defRPr sz="2400">
                <a:solidFill>
                  <a:schemeClr val="tx1"/>
                </a:solidFill>
                <a:latin typeface="Calibri" pitchFamily="34" charset="0"/>
                <a:ea typeface="MS PGothic" pitchFamily="34" charset="-128"/>
              </a:defRPr>
            </a:lvl2pPr>
            <a:lvl3pPr marL="1143000" indent="-228600">
              <a:defRPr sz="2400">
                <a:solidFill>
                  <a:schemeClr val="tx1"/>
                </a:solidFill>
                <a:latin typeface="Calibri" pitchFamily="34" charset="0"/>
                <a:ea typeface="MS PGothic" pitchFamily="34" charset="-128"/>
              </a:defRPr>
            </a:lvl3pPr>
            <a:lvl4pPr marL="1600200" indent="-228600">
              <a:defRPr sz="2400">
                <a:solidFill>
                  <a:schemeClr val="tx1"/>
                </a:solidFill>
                <a:latin typeface="Calibri" pitchFamily="34" charset="0"/>
                <a:ea typeface="MS PGothic" pitchFamily="34" charset="-128"/>
              </a:defRPr>
            </a:lvl4pPr>
            <a:lvl5pPr marL="2057400" indent="-228600">
              <a:defRPr sz="2400">
                <a:solidFill>
                  <a:schemeClr val="tx1"/>
                </a:solidFill>
                <a:latin typeface="Calibri" pitchFamily="34" charset="0"/>
                <a:ea typeface="MS PGothic" pitchFamily="34" charset="-128"/>
              </a:defRPr>
            </a:lvl5pPr>
            <a:lvl6pPr marL="2514600" indent="-228600" eaLnBrk="0" fontAlgn="base" hangingPunct="0">
              <a:spcBef>
                <a:spcPct val="0"/>
              </a:spcBef>
              <a:spcAft>
                <a:spcPct val="0"/>
              </a:spcAft>
              <a:defRPr sz="2400">
                <a:solidFill>
                  <a:schemeClr val="tx1"/>
                </a:solidFill>
                <a:latin typeface="Calibri" pitchFamily="34" charset="0"/>
                <a:ea typeface="MS PGothic" pitchFamily="34" charset="-128"/>
              </a:defRPr>
            </a:lvl6pPr>
            <a:lvl7pPr marL="2971800" indent="-228600" eaLnBrk="0" fontAlgn="base" hangingPunct="0">
              <a:spcBef>
                <a:spcPct val="0"/>
              </a:spcBef>
              <a:spcAft>
                <a:spcPct val="0"/>
              </a:spcAft>
              <a:defRPr sz="2400">
                <a:solidFill>
                  <a:schemeClr val="tx1"/>
                </a:solidFill>
                <a:latin typeface="Calibri" pitchFamily="34" charset="0"/>
                <a:ea typeface="MS PGothic" pitchFamily="34" charset="-128"/>
              </a:defRPr>
            </a:lvl7pPr>
            <a:lvl8pPr marL="3429000" indent="-228600" eaLnBrk="0" fontAlgn="base" hangingPunct="0">
              <a:spcBef>
                <a:spcPct val="0"/>
              </a:spcBef>
              <a:spcAft>
                <a:spcPct val="0"/>
              </a:spcAft>
              <a:defRPr sz="2400">
                <a:solidFill>
                  <a:schemeClr val="tx1"/>
                </a:solidFill>
                <a:latin typeface="Calibri" pitchFamily="34" charset="0"/>
                <a:ea typeface="MS PGothic" pitchFamily="34" charset="-128"/>
              </a:defRPr>
            </a:lvl8pPr>
            <a:lvl9pPr marL="3886200" indent="-228600" eaLnBrk="0" fontAlgn="base" hangingPunct="0">
              <a:spcBef>
                <a:spcPct val="0"/>
              </a:spcBef>
              <a:spcAft>
                <a:spcPct val="0"/>
              </a:spcAft>
              <a:defRPr sz="2400">
                <a:solidFill>
                  <a:schemeClr val="tx1"/>
                </a:solidFill>
                <a:latin typeface="Calibri" pitchFamily="34" charset="0"/>
                <a:ea typeface="MS PGothic" pitchFamily="34" charset="-128"/>
              </a:defRPr>
            </a:lvl9pPr>
          </a:lstStyle>
          <a:p>
            <a:pPr eaLnBrk="1" hangingPunct="1">
              <a:defRPr/>
            </a:pPr>
            <a:endParaRPr lang="de-DE" altLang="de-DE" sz="1800">
              <a:cs typeface="Arial" pitchFamily="34" charset="0"/>
            </a:endParaRPr>
          </a:p>
        </p:txBody>
      </p:sp>
      <p:sp>
        <p:nvSpPr>
          <p:cNvPr id="2" name="Titel 1"/>
          <p:cNvSpPr>
            <a:spLocks noGrp="1"/>
          </p:cNvSpPr>
          <p:nvPr>
            <p:ph type="title"/>
          </p:nvPr>
        </p:nvSpPr>
        <p:spPr>
          <a:xfrm>
            <a:off x="432001" y="1080000"/>
            <a:ext cx="11323407" cy="576000"/>
          </a:xfrm>
        </p:spPr>
        <p:txBody>
          <a:bodyPr lIns="0"/>
          <a:lstStyle/>
          <a:p>
            <a:r>
              <a:rPr lang="de-DE" dirty="0"/>
              <a:t>Mastertitelformat bearbeiten</a:t>
            </a:r>
          </a:p>
        </p:txBody>
      </p:sp>
      <p:sp>
        <p:nvSpPr>
          <p:cNvPr id="16" name="Foliennummernplatzhalter 5"/>
          <p:cNvSpPr>
            <a:spLocks noGrp="1"/>
          </p:cNvSpPr>
          <p:nvPr>
            <p:ph type="sldNum" sz="quarter" idx="10"/>
          </p:nvPr>
        </p:nvSpPr>
        <p:spPr/>
        <p:txBody>
          <a:bodyPr/>
          <a:lstStyle>
            <a:lvl1pPr>
              <a:defRPr/>
            </a:lvl1pPr>
          </a:lstStyle>
          <a:p>
            <a:pPr>
              <a:defRPr/>
            </a:pPr>
            <a:fld id="{44477509-71AF-1442-AA36-4D80324E8263}" type="slidenum">
              <a:rPr lang="de-DE" altLang="de-DE"/>
              <a:pPr>
                <a:defRPr/>
              </a:pPr>
              <a:t>‹Nr.›</a:t>
            </a:fld>
            <a:endParaRPr lang="de-DE" altLang="de-DE"/>
          </a:p>
        </p:txBody>
      </p:sp>
      <p:sp>
        <p:nvSpPr>
          <p:cNvPr id="18" name="Textplatzhalter 17"/>
          <p:cNvSpPr>
            <a:spLocks noGrp="1"/>
          </p:cNvSpPr>
          <p:nvPr>
            <p:ph type="body" sz="quarter" idx="11" hasCustomPrompt="1"/>
          </p:nvPr>
        </p:nvSpPr>
        <p:spPr>
          <a:xfrm>
            <a:off x="431801" y="1620001"/>
            <a:ext cx="11324167" cy="492986"/>
          </a:xfrm>
        </p:spPr>
        <p:txBody>
          <a:bodyPr/>
          <a:lstStyle>
            <a:lvl1pPr marL="0" indent="0">
              <a:buNone/>
              <a:defRPr/>
            </a:lvl1pPr>
          </a:lstStyle>
          <a:p>
            <a:pPr lvl="0"/>
            <a:r>
              <a:rPr lang="de-DE" altLang="de-DE" sz="1800" dirty="0">
                <a:latin typeface="Arial" charset="0"/>
                <a:ea typeface="MS PGothic" charset="-128"/>
                <a:cs typeface="Arial" charset="0"/>
              </a:rPr>
              <a:t>Textfeld</a:t>
            </a:r>
            <a:endParaRPr lang="de-DE" dirty="0"/>
          </a:p>
        </p:txBody>
      </p:sp>
      <p:sp>
        <p:nvSpPr>
          <p:cNvPr id="19" name="Textplatzhalter 18"/>
          <p:cNvSpPr>
            <a:spLocks noGrp="1"/>
          </p:cNvSpPr>
          <p:nvPr>
            <p:ph type="body" sz="quarter" idx="12"/>
          </p:nvPr>
        </p:nvSpPr>
        <p:spPr>
          <a:xfrm>
            <a:off x="719667" y="2275200"/>
            <a:ext cx="2015960" cy="649744"/>
          </a:xfrm>
        </p:spPr>
        <p:txBody>
          <a:bodyPr/>
          <a:lstStyle>
            <a:lvl1pPr marL="0" indent="0">
              <a:buFontTx/>
              <a:buNone/>
              <a:defRPr sz="1600" b="1">
                <a:solidFill>
                  <a:schemeClr val="bg1"/>
                </a:solidFill>
              </a:defRPr>
            </a:lvl1pPr>
          </a:lstStyle>
          <a:p>
            <a:pPr lvl="0"/>
            <a:endParaRPr lang="de-DE" dirty="0"/>
          </a:p>
        </p:txBody>
      </p:sp>
      <p:sp>
        <p:nvSpPr>
          <p:cNvPr id="20" name="Textplatzhalter 18"/>
          <p:cNvSpPr>
            <a:spLocks noGrp="1"/>
          </p:cNvSpPr>
          <p:nvPr>
            <p:ph type="body" sz="quarter" idx="13"/>
          </p:nvPr>
        </p:nvSpPr>
        <p:spPr>
          <a:xfrm>
            <a:off x="3600000" y="2275200"/>
            <a:ext cx="2015960" cy="649744"/>
          </a:xfrm>
        </p:spPr>
        <p:txBody>
          <a:bodyPr/>
          <a:lstStyle>
            <a:lvl1pPr marL="0" indent="0">
              <a:buFontTx/>
              <a:buNone/>
              <a:defRPr sz="1600" b="1">
                <a:solidFill>
                  <a:schemeClr val="bg1"/>
                </a:solidFill>
              </a:defRPr>
            </a:lvl1pPr>
          </a:lstStyle>
          <a:p>
            <a:pPr lvl="0"/>
            <a:endParaRPr lang="de-DE" dirty="0"/>
          </a:p>
        </p:txBody>
      </p:sp>
      <p:sp>
        <p:nvSpPr>
          <p:cNvPr id="21" name="Textplatzhalter 18"/>
          <p:cNvSpPr>
            <a:spLocks noGrp="1"/>
          </p:cNvSpPr>
          <p:nvPr>
            <p:ph type="body" sz="quarter" idx="14"/>
          </p:nvPr>
        </p:nvSpPr>
        <p:spPr>
          <a:xfrm>
            <a:off x="6480000" y="2275200"/>
            <a:ext cx="2015960" cy="649744"/>
          </a:xfrm>
        </p:spPr>
        <p:txBody>
          <a:bodyPr/>
          <a:lstStyle>
            <a:lvl1pPr marL="0" indent="0">
              <a:buFontTx/>
              <a:buNone/>
              <a:defRPr sz="1600" b="1">
                <a:solidFill>
                  <a:schemeClr val="bg1"/>
                </a:solidFill>
              </a:defRPr>
            </a:lvl1pPr>
          </a:lstStyle>
          <a:p>
            <a:pPr lvl="0"/>
            <a:endParaRPr lang="de-DE" dirty="0"/>
          </a:p>
        </p:txBody>
      </p:sp>
      <p:sp>
        <p:nvSpPr>
          <p:cNvPr id="22" name="Textplatzhalter 18"/>
          <p:cNvSpPr>
            <a:spLocks noGrp="1"/>
          </p:cNvSpPr>
          <p:nvPr>
            <p:ph type="body" sz="quarter" idx="15"/>
          </p:nvPr>
        </p:nvSpPr>
        <p:spPr>
          <a:xfrm>
            <a:off x="720000" y="4435200"/>
            <a:ext cx="2015960" cy="649744"/>
          </a:xfrm>
        </p:spPr>
        <p:txBody>
          <a:bodyPr/>
          <a:lstStyle>
            <a:lvl1pPr marL="0" indent="0">
              <a:buFontTx/>
              <a:buNone/>
              <a:defRPr sz="1600" b="1">
                <a:solidFill>
                  <a:schemeClr val="bg1"/>
                </a:solidFill>
              </a:defRPr>
            </a:lvl1pPr>
          </a:lstStyle>
          <a:p>
            <a:pPr lvl="0"/>
            <a:endParaRPr lang="de-DE" dirty="0"/>
          </a:p>
        </p:txBody>
      </p:sp>
      <p:sp>
        <p:nvSpPr>
          <p:cNvPr id="23" name="Textplatzhalter 18"/>
          <p:cNvSpPr>
            <a:spLocks noGrp="1"/>
          </p:cNvSpPr>
          <p:nvPr>
            <p:ph type="body" sz="quarter" idx="16"/>
          </p:nvPr>
        </p:nvSpPr>
        <p:spPr>
          <a:xfrm>
            <a:off x="3600000" y="4435200"/>
            <a:ext cx="2015960" cy="649744"/>
          </a:xfrm>
        </p:spPr>
        <p:txBody>
          <a:bodyPr/>
          <a:lstStyle>
            <a:lvl1pPr marL="0" indent="0">
              <a:buFontTx/>
              <a:buNone/>
              <a:defRPr sz="1600" b="1">
                <a:solidFill>
                  <a:schemeClr val="bg1"/>
                </a:solidFill>
              </a:defRPr>
            </a:lvl1pPr>
          </a:lstStyle>
          <a:p>
            <a:pPr lvl="0"/>
            <a:endParaRPr lang="de-DE" dirty="0"/>
          </a:p>
        </p:txBody>
      </p:sp>
      <p:sp>
        <p:nvSpPr>
          <p:cNvPr id="24" name="Textplatzhalter 18"/>
          <p:cNvSpPr>
            <a:spLocks noGrp="1"/>
          </p:cNvSpPr>
          <p:nvPr>
            <p:ph type="body" sz="quarter" idx="17"/>
          </p:nvPr>
        </p:nvSpPr>
        <p:spPr>
          <a:xfrm>
            <a:off x="6480000" y="4435200"/>
            <a:ext cx="2015960" cy="649744"/>
          </a:xfrm>
        </p:spPr>
        <p:txBody>
          <a:bodyPr/>
          <a:lstStyle>
            <a:lvl1pPr marL="0" indent="0">
              <a:buFontTx/>
              <a:buNone/>
              <a:defRPr sz="1600" b="1">
                <a:solidFill>
                  <a:schemeClr val="bg1"/>
                </a:solidFill>
              </a:defRPr>
            </a:lvl1pPr>
          </a:lstStyle>
          <a:p>
            <a:pPr lvl="0"/>
            <a:endParaRPr lang="de-DE" dirty="0"/>
          </a:p>
        </p:txBody>
      </p:sp>
      <p:sp>
        <p:nvSpPr>
          <p:cNvPr id="25" name="Textplatzhalter 24"/>
          <p:cNvSpPr>
            <a:spLocks noGrp="1"/>
          </p:cNvSpPr>
          <p:nvPr>
            <p:ph type="body" sz="quarter" idx="18" hasCustomPrompt="1"/>
          </p:nvPr>
        </p:nvSpPr>
        <p:spPr>
          <a:xfrm>
            <a:off x="719668" y="2700000"/>
            <a:ext cx="2015960" cy="1161048"/>
          </a:xfrm>
        </p:spPr>
        <p:txBody>
          <a:bodyPr/>
          <a:lstStyle>
            <a:lvl1pPr marL="0" indent="0">
              <a:buNone/>
              <a:defRPr sz="1400" baseline="0">
                <a:solidFill>
                  <a:schemeClr val="bg1"/>
                </a:solidFill>
              </a:defRPr>
            </a:lvl1pPr>
          </a:lstStyle>
          <a:p>
            <a:pPr marL="266700" marR="0" lvl="0" indent="-266700" algn="l" defTabSz="914400" rtl="0" eaLnBrk="1" fontAlgn="base" latinLnBrk="0" hangingPunct="1">
              <a:lnSpc>
                <a:spcPct val="100000"/>
              </a:lnSpc>
              <a:spcBef>
                <a:spcPct val="20000"/>
              </a:spcBef>
              <a:spcAft>
                <a:spcPct val="0"/>
              </a:spcAft>
              <a:buClr>
                <a:srgbClr val="80BA24"/>
              </a:buClr>
              <a:buSzPct val="106000"/>
              <a:tabLst/>
              <a:defRPr/>
            </a:pPr>
            <a:r>
              <a:rPr lang="de-DE" dirty="0"/>
              <a:t>Text hinzufügen</a:t>
            </a:r>
          </a:p>
        </p:txBody>
      </p:sp>
      <p:sp>
        <p:nvSpPr>
          <p:cNvPr id="26" name="Textplatzhalter 24"/>
          <p:cNvSpPr>
            <a:spLocks noGrp="1"/>
          </p:cNvSpPr>
          <p:nvPr>
            <p:ph type="body" sz="quarter" idx="19" hasCustomPrompt="1"/>
          </p:nvPr>
        </p:nvSpPr>
        <p:spPr>
          <a:xfrm>
            <a:off x="3600000" y="2700000"/>
            <a:ext cx="2279760" cy="1161048"/>
          </a:xfrm>
        </p:spPr>
        <p:txBody>
          <a:bodyPr/>
          <a:lstStyle>
            <a:lvl1pPr marL="0" indent="0">
              <a:buNone/>
              <a:defRPr sz="1400" baseline="0">
                <a:solidFill>
                  <a:schemeClr val="bg1"/>
                </a:solidFill>
              </a:defRPr>
            </a:lvl1pPr>
          </a:lstStyle>
          <a:p>
            <a:pPr marL="266700" marR="0" lvl="0" indent="-266700" algn="l" defTabSz="914400" rtl="0" eaLnBrk="1" fontAlgn="base" latinLnBrk="0" hangingPunct="1">
              <a:lnSpc>
                <a:spcPct val="100000"/>
              </a:lnSpc>
              <a:spcBef>
                <a:spcPct val="20000"/>
              </a:spcBef>
              <a:spcAft>
                <a:spcPct val="0"/>
              </a:spcAft>
              <a:buClr>
                <a:srgbClr val="80BA24"/>
              </a:buClr>
              <a:buSzPct val="106000"/>
              <a:tabLst/>
              <a:defRPr/>
            </a:pPr>
            <a:r>
              <a:rPr lang="de-DE" dirty="0"/>
              <a:t>Text hinzufügen</a:t>
            </a:r>
          </a:p>
        </p:txBody>
      </p:sp>
      <p:sp>
        <p:nvSpPr>
          <p:cNvPr id="27" name="Textplatzhalter 24"/>
          <p:cNvSpPr>
            <a:spLocks noGrp="1"/>
          </p:cNvSpPr>
          <p:nvPr>
            <p:ph type="body" sz="quarter" idx="20" hasCustomPrompt="1"/>
          </p:nvPr>
        </p:nvSpPr>
        <p:spPr>
          <a:xfrm>
            <a:off x="6480000" y="2700000"/>
            <a:ext cx="2015960" cy="1161048"/>
          </a:xfrm>
        </p:spPr>
        <p:txBody>
          <a:bodyPr/>
          <a:lstStyle>
            <a:lvl1pPr marL="0" indent="0">
              <a:buFontTx/>
              <a:buNone/>
              <a:defRPr sz="1400" baseline="0">
                <a:solidFill>
                  <a:schemeClr val="bg1"/>
                </a:solidFill>
              </a:defRPr>
            </a:lvl1pPr>
          </a:lstStyle>
          <a:p>
            <a:pPr marL="266700" marR="0" lvl="0" indent="-266700" algn="l" defTabSz="914400" rtl="0" eaLnBrk="1" fontAlgn="base" latinLnBrk="0" hangingPunct="1">
              <a:lnSpc>
                <a:spcPct val="100000"/>
              </a:lnSpc>
              <a:spcBef>
                <a:spcPct val="20000"/>
              </a:spcBef>
              <a:spcAft>
                <a:spcPct val="0"/>
              </a:spcAft>
              <a:buClr>
                <a:srgbClr val="80BA24"/>
              </a:buClr>
              <a:buSzPct val="106000"/>
              <a:buFont typeface="Wingdings" charset="2"/>
              <a:buNone/>
              <a:tabLst/>
              <a:defRPr/>
            </a:pPr>
            <a:r>
              <a:rPr lang="de-DE" dirty="0"/>
              <a:t>Text hinzufügen</a:t>
            </a:r>
          </a:p>
        </p:txBody>
      </p:sp>
      <p:sp>
        <p:nvSpPr>
          <p:cNvPr id="28" name="Textplatzhalter 24"/>
          <p:cNvSpPr>
            <a:spLocks noGrp="1"/>
          </p:cNvSpPr>
          <p:nvPr>
            <p:ph type="body" sz="quarter" idx="21" hasCustomPrompt="1"/>
          </p:nvPr>
        </p:nvSpPr>
        <p:spPr>
          <a:xfrm>
            <a:off x="719667" y="4896000"/>
            <a:ext cx="2015960" cy="1161048"/>
          </a:xfrm>
        </p:spPr>
        <p:txBody>
          <a:bodyPr/>
          <a:lstStyle>
            <a:lvl1pPr marL="0" indent="0">
              <a:buFontTx/>
              <a:buNone/>
              <a:defRPr sz="1400" baseline="0">
                <a:solidFill>
                  <a:schemeClr val="bg1"/>
                </a:solidFill>
              </a:defRPr>
            </a:lvl1pPr>
          </a:lstStyle>
          <a:p>
            <a:pPr marL="266700" marR="0" lvl="0" indent="-266700" algn="l" defTabSz="914400" rtl="0" eaLnBrk="1" fontAlgn="base" latinLnBrk="0" hangingPunct="1">
              <a:lnSpc>
                <a:spcPct val="100000"/>
              </a:lnSpc>
              <a:spcBef>
                <a:spcPct val="20000"/>
              </a:spcBef>
              <a:spcAft>
                <a:spcPct val="0"/>
              </a:spcAft>
              <a:buClr>
                <a:srgbClr val="80BA24"/>
              </a:buClr>
              <a:buSzPct val="106000"/>
              <a:buFont typeface="Wingdings" charset="2"/>
              <a:buNone/>
              <a:tabLst/>
              <a:defRPr/>
            </a:pPr>
            <a:r>
              <a:rPr lang="de-DE" dirty="0"/>
              <a:t>Text hinzufügen</a:t>
            </a:r>
          </a:p>
        </p:txBody>
      </p:sp>
      <p:sp>
        <p:nvSpPr>
          <p:cNvPr id="29" name="Textplatzhalter 24"/>
          <p:cNvSpPr>
            <a:spLocks noGrp="1"/>
          </p:cNvSpPr>
          <p:nvPr>
            <p:ph type="body" sz="quarter" idx="22" hasCustomPrompt="1"/>
          </p:nvPr>
        </p:nvSpPr>
        <p:spPr>
          <a:xfrm>
            <a:off x="3600000" y="4860000"/>
            <a:ext cx="2015960" cy="1161048"/>
          </a:xfrm>
        </p:spPr>
        <p:txBody>
          <a:bodyPr/>
          <a:lstStyle>
            <a:lvl1pPr marL="0" indent="0">
              <a:buFontTx/>
              <a:buNone/>
              <a:defRPr sz="1400" baseline="0">
                <a:solidFill>
                  <a:schemeClr val="bg1"/>
                </a:solidFill>
              </a:defRPr>
            </a:lvl1pPr>
          </a:lstStyle>
          <a:p>
            <a:pPr marL="266700" marR="0" lvl="0" indent="-266700" algn="l" defTabSz="914400" rtl="0" eaLnBrk="1" fontAlgn="base" latinLnBrk="0" hangingPunct="1">
              <a:lnSpc>
                <a:spcPct val="100000"/>
              </a:lnSpc>
              <a:spcBef>
                <a:spcPct val="20000"/>
              </a:spcBef>
              <a:spcAft>
                <a:spcPct val="0"/>
              </a:spcAft>
              <a:buClr>
                <a:srgbClr val="80BA24"/>
              </a:buClr>
              <a:buSzPct val="106000"/>
              <a:buFont typeface="Wingdings" charset="2"/>
              <a:buNone/>
              <a:tabLst/>
              <a:defRPr/>
            </a:pPr>
            <a:r>
              <a:rPr lang="de-DE" dirty="0"/>
              <a:t>Text hinzufügen</a:t>
            </a:r>
          </a:p>
        </p:txBody>
      </p:sp>
      <p:sp>
        <p:nvSpPr>
          <p:cNvPr id="30" name="Textplatzhalter 24"/>
          <p:cNvSpPr>
            <a:spLocks noGrp="1"/>
          </p:cNvSpPr>
          <p:nvPr>
            <p:ph type="body" sz="quarter" idx="23" hasCustomPrompt="1"/>
          </p:nvPr>
        </p:nvSpPr>
        <p:spPr>
          <a:xfrm>
            <a:off x="6480000" y="4860000"/>
            <a:ext cx="2015960" cy="1161048"/>
          </a:xfrm>
        </p:spPr>
        <p:txBody>
          <a:bodyPr/>
          <a:lstStyle>
            <a:lvl1pPr marL="0" indent="0">
              <a:buFontTx/>
              <a:buNone/>
              <a:defRPr sz="1400" baseline="0">
                <a:solidFill>
                  <a:schemeClr val="bg1"/>
                </a:solidFill>
              </a:defRPr>
            </a:lvl1pPr>
          </a:lstStyle>
          <a:p>
            <a:pPr marL="266700" marR="0" lvl="0" indent="-266700" algn="l" defTabSz="914400" rtl="0" eaLnBrk="1" fontAlgn="base" latinLnBrk="0" hangingPunct="1">
              <a:lnSpc>
                <a:spcPct val="100000"/>
              </a:lnSpc>
              <a:spcBef>
                <a:spcPct val="20000"/>
              </a:spcBef>
              <a:spcAft>
                <a:spcPct val="0"/>
              </a:spcAft>
              <a:buClr>
                <a:srgbClr val="80BA24"/>
              </a:buClr>
              <a:buSzPct val="106000"/>
              <a:buFont typeface="Wingdings" charset="2"/>
              <a:buNone/>
              <a:tabLst/>
              <a:defRPr/>
            </a:pPr>
            <a:r>
              <a:rPr lang="de-DE" dirty="0"/>
              <a:t>Text hinzufügen</a:t>
            </a:r>
          </a:p>
        </p:txBody>
      </p:sp>
    </p:spTree>
    <p:extLst>
      <p:ext uri="{BB962C8B-B14F-4D97-AF65-F5344CB8AC3E}">
        <p14:creationId xmlns:p14="http://schemas.microsoft.com/office/powerpoint/2010/main" val="1565943991"/>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2_Kapitelfolie">
    <p:spTree>
      <p:nvGrpSpPr>
        <p:cNvPr id="1" name=""/>
        <p:cNvGrpSpPr/>
        <p:nvPr/>
      </p:nvGrpSpPr>
      <p:grpSpPr>
        <a:xfrm>
          <a:off x="0" y="0"/>
          <a:ext cx="0" cy="0"/>
          <a:chOff x="0" y="0"/>
          <a:chExt cx="0" cy="0"/>
        </a:xfrm>
      </p:grpSpPr>
      <p:sp>
        <p:nvSpPr>
          <p:cNvPr id="3" name="Rectangle 5"/>
          <p:cNvSpPr>
            <a:spLocks noChangeArrowheads="1"/>
          </p:cNvSpPr>
          <p:nvPr userDrawn="1"/>
        </p:nvSpPr>
        <p:spPr bwMode="auto">
          <a:xfrm>
            <a:off x="1" y="6497638"/>
            <a:ext cx="12187767" cy="360362"/>
          </a:xfrm>
          <a:prstGeom prst="rect">
            <a:avLst/>
          </a:prstGeom>
          <a:solidFill>
            <a:srgbClr val="4A5C66"/>
          </a:solidFill>
          <a:ln>
            <a:noFill/>
          </a:ln>
        </p:spPr>
        <p:txBody>
          <a:bodyPr wrap="none" anchor="ctr"/>
          <a:lstStyle>
            <a:lvl1pPr>
              <a:defRPr sz="2400">
                <a:solidFill>
                  <a:schemeClr val="tx1"/>
                </a:solidFill>
                <a:latin typeface="Calibri" pitchFamily="34" charset="0"/>
                <a:ea typeface="MS PGothic" pitchFamily="34" charset="-128"/>
              </a:defRPr>
            </a:lvl1pPr>
            <a:lvl2pPr marL="742950" indent="-285750">
              <a:defRPr sz="2400">
                <a:solidFill>
                  <a:schemeClr val="tx1"/>
                </a:solidFill>
                <a:latin typeface="Calibri" pitchFamily="34" charset="0"/>
                <a:ea typeface="MS PGothic" pitchFamily="34" charset="-128"/>
              </a:defRPr>
            </a:lvl2pPr>
            <a:lvl3pPr marL="1143000" indent="-228600">
              <a:defRPr sz="2400">
                <a:solidFill>
                  <a:schemeClr val="tx1"/>
                </a:solidFill>
                <a:latin typeface="Calibri" pitchFamily="34" charset="0"/>
                <a:ea typeface="MS PGothic" pitchFamily="34" charset="-128"/>
              </a:defRPr>
            </a:lvl3pPr>
            <a:lvl4pPr marL="1600200" indent="-228600">
              <a:defRPr sz="2400">
                <a:solidFill>
                  <a:schemeClr val="tx1"/>
                </a:solidFill>
                <a:latin typeface="Calibri" pitchFamily="34" charset="0"/>
                <a:ea typeface="MS PGothic" pitchFamily="34" charset="-128"/>
              </a:defRPr>
            </a:lvl4pPr>
            <a:lvl5pPr marL="2057400" indent="-228600">
              <a:defRPr sz="2400">
                <a:solidFill>
                  <a:schemeClr val="tx1"/>
                </a:solidFill>
                <a:latin typeface="Calibri" pitchFamily="34" charset="0"/>
                <a:ea typeface="MS PGothic" pitchFamily="34" charset="-128"/>
              </a:defRPr>
            </a:lvl5pPr>
            <a:lvl6pPr marL="2514600" indent="-228600" eaLnBrk="0" fontAlgn="base" hangingPunct="0">
              <a:spcBef>
                <a:spcPct val="0"/>
              </a:spcBef>
              <a:spcAft>
                <a:spcPct val="0"/>
              </a:spcAft>
              <a:defRPr sz="2400">
                <a:solidFill>
                  <a:schemeClr val="tx1"/>
                </a:solidFill>
                <a:latin typeface="Calibri" pitchFamily="34" charset="0"/>
                <a:ea typeface="MS PGothic" pitchFamily="34" charset="-128"/>
              </a:defRPr>
            </a:lvl6pPr>
            <a:lvl7pPr marL="2971800" indent="-228600" eaLnBrk="0" fontAlgn="base" hangingPunct="0">
              <a:spcBef>
                <a:spcPct val="0"/>
              </a:spcBef>
              <a:spcAft>
                <a:spcPct val="0"/>
              </a:spcAft>
              <a:defRPr sz="2400">
                <a:solidFill>
                  <a:schemeClr val="tx1"/>
                </a:solidFill>
                <a:latin typeface="Calibri" pitchFamily="34" charset="0"/>
                <a:ea typeface="MS PGothic" pitchFamily="34" charset="-128"/>
              </a:defRPr>
            </a:lvl7pPr>
            <a:lvl8pPr marL="3429000" indent="-228600" eaLnBrk="0" fontAlgn="base" hangingPunct="0">
              <a:spcBef>
                <a:spcPct val="0"/>
              </a:spcBef>
              <a:spcAft>
                <a:spcPct val="0"/>
              </a:spcAft>
              <a:defRPr sz="2400">
                <a:solidFill>
                  <a:schemeClr val="tx1"/>
                </a:solidFill>
                <a:latin typeface="Calibri" pitchFamily="34" charset="0"/>
                <a:ea typeface="MS PGothic" pitchFamily="34" charset="-128"/>
              </a:defRPr>
            </a:lvl8pPr>
            <a:lvl9pPr marL="3886200" indent="-228600" eaLnBrk="0" fontAlgn="base" hangingPunct="0">
              <a:spcBef>
                <a:spcPct val="0"/>
              </a:spcBef>
              <a:spcAft>
                <a:spcPct val="0"/>
              </a:spcAft>
              <a:defRPr sz="2400">
                <a:solidFill>
                  <a:schemeClr val="tx1"/>
                </a:solidFill>
                <a:latin typeface="Calibri" pitchFamily="34" charset="0"/>
                <a:ea typeface="MS PGothic" pitchFamily="34" charset="-128"/>
              </a:defRPr>
            </a:lvl9pPr>
          </a:lstStyle>
          <a:p>
            <a:pPr eaLnBrk="1" hangingPunct="1">
              <a:defRPr/>
            </a:pPr>
            <a:endParaRPr lang="de-DE" altLang="de-DE" sz="1800">
              <a:cs typeface="Arial" pitchFamily="34" charset="0"/>
            </a:endParaRPr>
          </a:p>
        </p:txBody>
      </p:sp>
      <p:sp>
        <p:nvSpPr>
          <p:cNvPr id="5" name="Textfeld 2"/>
          <p:cNvSpPr txBox="1">
            <a:spLocks noChangeArrowheads="1"/>
          </p:cNvSpPr>
          <p:nvPr userDrawn="1"/>
        </p:nvSpPr>
        <p:spPr bwMode="auto">
          <a:xfrm>
            <a:off x="7727951" y="6548438"/>
            <a:ext cx="2882900" cy="266700"/>
          </a:xfrm>
          <a:prstGeom prst="rect">
            <a:avLst/>
          </a:prstGeom>
          <a:noFill/>
          <a:ln>
            <a:noFill/>
          </a:ln>
        </p:spPr>
        <p:txBody>
          <a:bodyPr>
            <a:spAutoFit/>
          </a:bodyPr>
          <a:lstStyle>
            <a:lvl1pPr eaLnBrk="0" hangingPunct="0">
              <a:defRPr>
                <a:solidFill>
                  <a:schemeClr val="tx1"/>
                </a:solidFill>
                <a:latin typeface="Calibri" pitchFamily="34" charset="0"/>
                <a:cs typeface="Arial" charset="0"/>
              </a:defRPr>
            </a:lvl1pPr>
            <a:lvl2pPr marL="742950" indent="-285750" eaLnBrk="0" hangingPunct="0">
              <a:defRPr>
                <a:solidFill>
                  <a:schemeClr val="tx1"/>
                </a:solidFill>
                <a:latin typeface="Calibri" pitchFamily="34" charset="0"/>
                <a:cs typeface="Arial" charset="0"/>
              </a:defRPr>
            </a:lvl2pPr>
            <a:lvl3pPr marL="1143000" indent="-228600" eaLnBrk="0" hangingPunct="0">
              <a:defRPr>
                <a:solidFill>
                  <a:schemeClr val="tx1"/>
                </a:solidFill>
                <a:latin typeface="Calibri" pitchFamily="34" charset="0"/>
                <a:cs typeface="Arial" charset="0"/>
              </a:defRPr>
            </a:lvl3pPr>
            <a:lvl4pPr marL="1600200" indent="-228600" eaLnBrk="0" hangingPunct="0">
              <a:defRPr>
                <a:solidFill>
                  <a:schemeClr val="tx1"/>
                </a:solidFill>
                <a:latin typeface="Calibri" pitchFamily="34" charset="0"/>
                <a:cs typeface="Arial" charset="0"/>
              </a:defRPr>
            </a:lvl4pPr>
            <a:lvl5pPr marL="2057400" indent="-228600" eaLnBrk="0" hangingPunct="0">
              <a:defRPr>
                <a:solidFill>
                  <a:schemeClr val="tx1"/>
                </a:solidFill>
                <a:latin typeface="Calibri" pitchFamily="34" charset="0"/>
                <a:cs typeface="Arial" charset="0"/>
              </a:defRPr>
            </a:lvl5pPr>
            <a:lvl6pPr marL="2514600" indent="-228600" eaLnBrk="0" fontAlgn="base" hangingPunct="0">
              <a:spcBef>
                <a:spcPct val="0"/>
              </a:spcBef>
              <a:spcAft>
                <a:spcPct val="0"/>
              </a:spcAft>
              <a:defRPr>
                <a:solidFill>
                  <a:schemeClr val="tx1"/>
                </a:solidFill>
                <a:latin typeface="Calibri" pitchFamily="34" charset="0"/>
                <a:cs typeface="Arial" charset="0"/>
              </a:defRPr>
            </a:lvl6pPr>
            <a:lvl7pPr marL="2971800" indent="-228600" eaLnBrk="0" fontAlgn="base" hangingPunct="0">
              <a:spcBef>
                <a:spcPct val="0"/>
              </a:spcBef>
              <a:spcAft>
                <a:spcPct val="0"/>
              </a:spcAft>
              <a:defRPr>
                <a:solidFill>
                  <a:schemeClr val="tx1"/>
                </a:solidFill>
                <a:latin typeface="Calibri" pitchFamily="34" charset="0"/>
                <a:cs typeface="Arial" charset="0"/>
              </a:defRPr>
            </a:lvl7pPr>
            <a:lvl8pPr marL="3429000" indent="-228600" eaLnBrk="0" fontAlgn="base" hangingPunct="0">
              <a:spcBef>
                <a:spcPct val="0"/>
              </a:spcBef>
              <a:spcAft>
                <a:spcPct val="0"/>
              </a:spcAft>
              <a:defRPr>
                <a:solidFill>
                  <a:schemeClr val="tx1"/>
                </a:solidFill>
                <a:latin typeface="Calibri" pitchFamily="34" charset="0"/>
                <a:cs typeface="Arial" charset="0"/>
              </a:defRPr>
            </a:lvl8pPr>
            <a:lvl9pPr marL="3886200" indent="-228600" eaLnBrk="0" fontAlgn="base" hangingPunct="0">
              <a:spcBef>
                <a:spcPct val="0"/>
              </a:spcBef>
              <a:spcAft>
                <a:spcPct val="0"/>
              </a:spcAft>
              <a:defRPr>
                <a:solidFill>
                  <a:schemeClr val="tx1"/>
                </a:solidFill>
                <a:latin typeface="Calibri" pitchFamily="34" charset="0"/>
                <a:cs typeface="Arial" charset="0"/>
              </a:defRPr>
            </a:lvl9pPr>
          </a:lstStyle>
          <a:p>
            <a:pPr eaLnBrk="1" hangingPunct="1">
              <a:defRPr/>
            </a:pPr>
            <a:r>
              <a:rPr lang="de-DE" sz="1100">
                <a:solidFill>
                  <a:schemeClr val="bg1"/>
                </a:solidFill>
                <a:latin typeface="Arial" charset="0"/>
                <a:ea typeface="+mn-ea"/>
              </a:rPr>
              <a:t>Aly Elbermawy</a:t>
            </a:r>
            <a:endParaRPr lang="de-DE" sz="1100" dirty="0">
              <a:solidFill>
                <a:schemeClr val="bg1"/>
              </a:solidFill>
              <a:latin typeface="Arial" charset="0"/>
              <a:ea typeface="+mn-ea"/>
            </a:endParaRPr>
          </a:p>
        </p:txBody>
      </p:sp>
      <p:sp>
        <p:nvSpPr>
          <p:cNvPr id="6" name="Textfeld 3"/>
          <p:cNvSpPr txBox="1">
            <a:spLocks noChangeArrowheads="1"/>
          </p:cNvSpPr>
          <p:nvPr userDrawn="1"/>
        </p:nvSpPr>
        <p:spPr bwMode="auto">
          <a:xfrm>
            <a:off x="10608734" y="6548438"/>
            <a:ext cx="768351" cy="266700"/>
          </a:xfrm>
          <a:prstGeom prst="rect">
            <a:avLst/>
          </a:prstGeom>
          <a:noFill/>
          <a:ln>
            <a:noFill/>
          </a:ln>
        </p:spPr>
        <p:txBody>
          <a:bodyPr>
            <a:spAutoFit/>
          </a:bodyPr>
          <a:lstStyle>
            <a:lvl1pPr eaLnBrk="0" hangingPunct="0">
              <a:defRPr>
                <a:solidFill>
                  <a:schemeClr val="tx1"/>
                </a:solidFill>
                <a:latin typeface="Calibri" pitchFamily="34" charset="0"/>
                <a:cs typeface="Arial" charset="0"/>
              </a:defRPr>
            </a:lvl1pPr>
            <a:lvl2pPr marL="742950" indent="-285750" eaLnBrk="0" hangingPunct="0">
              <a:defRPr>
                <a:solidFill>
                  <a:schemeClr val="tx1"/>
                </a:solidFill>
                <a:latin typeface="Calibri" pitchFamily="34" charset="0"/>
                <a:cs typeface="Arial" charset="0"/>
              </a:defRPr>
            </a:lvl2pPr>
            <a:lvl3pPr marL="1143000" indent="-228600" eaLnBrk="0" hangingPunct="0">
              <a:defRPr>
                <a:solidFill>
                  <a:schemeClr val="tx1"/>
                </a:solidFill>
                <a:latin typeface="Calibri" pitchFamily="34" charset="0"/>
                <a:cs typeface="Arial" charset="0"/>
              </a:defRPr>
            </a:lvl3pPr>
            <a:lvl4pPr marL="1600200" indent="-228600" eaLnBrk="0" hangingPunct="0">
              <a:defRPr>
                <a:solidFill>
                  <a:schemeClr val="tx1"/>
                </a:solidFill>
                <a:latin typeface="Calibri" pitchFamily="34" charset="0"/>
                <a:cs typeface="Arial" charset="0"/>
              </a:defRPr>
            </a:lvl4pPr>
            <a:lvl5pPr marL="2057400" indent="-228600" eaLnBrk="0" hangingPunct="0">
              <a:defRPr>
                <a:solidFill>
                  <a:schemeClr val="tx1"/>
                </a:solidFill>
                <a:latin typeface="Calibri" pitchFamily="34" charset="0"/>
                <a:cs typeface="Arial" charset="0"/>
              </a:defRPr>
            </a:lvl5pPr>
            <a:lvl6pPr marL="2514600" indent="-228600" eaLnBrk="0" fontAlgn="base" hangingPunct="0">
              <a:spcBef>
                <a:spcPct val="0"/>
              </a:spcBef>
              <a:spcAft>
                <a:spcPct val="0"/>
              </a:spcAft>
              <a:defRPr>
                <a:solidFill>
                  <a:schemeClr val="tx1"/>
                </a:solidFill>
                <a:latin typeface="Calibri" pitchFamily="34" charset="0"/>
                <a:cs typeface="Arial" charset="0"/>
              </a:defRPr>
            </a:lvl6pPr>
            <a:lvl7pPr marL="2971800" indent="-228600" eaLnBrk="0" fontAlgn="base" hangingPunct="0">
              <a:spcBef>
                <a:spcPct val="0"/>
              </a:spcBef>
              <a:spcAft>
                <a:spcPct val="0"/>
              </a:spcAft>
              <a:defRPr>
                <a:solidFill>
                  <a:schemeClr val="tx1"/>
                </a:solidFill>
                <a:latin typeface="Calibri" pitchFamily="34" charset="0"/>
                <a:cs typeface="Arial" charset="0"/>
              </a:defRPr>
            </a:lvl7pPr>
            <a:lvl8pPr marL="3429000" indent="-228600" eaLnBrk="0" fontAlgn="base" hangingPunct="0">
              <a:spcBef>
                <a:spcPct val="0"/>
              </a:spcBef>
              <a:spcAft>
                <a:spcPct val="0"/>
              </a:spcAft>
              <a:defRPr>
                <a:solidFill>
                  <a:schemeClr val="tx1"/>
                </a:solidFill>
                <a:latin typeface="Calibri" pitchFamily="34" charset="0"/>
                <a:cs typeface="Arial" charset="0"/>
              </a:defRPr>
            </a:lvl8pPr>
            <a:lvl9pPr marL="3886200" indent="-228600" eaLnBrk="0" fontAlgn="base" hangingPunct="0">
              <a:spcBef>
                <a:spcPct val="0"/>
              </a:spcBef>
              <a:spcAft>
                <a:spcPct val="0"/>
              </a:spcAft>
              <a:defRPr>
                <a:solidFill>
                  <a:schemeClr val="tx1"/>
                </a:solidFill>
                <a:latin typeface="Calibri" pitchFamily="34" charset="0"/>
                <a:cs typeface="Arial" charset="0"/>
              </a:defRPr>
            </a:lvl9pPr>
          </a:lstStyle>
          <a:p>
            <a:pPr eaLnBrk="1" hangingPunct="1">
              <a:defRPr/>
            </a:pPr>
            <a:r>
              <a:rPr lang="de-DE" sz="1100">
                <a:solidFill>
                  <a:schemeClr val="bg1"/>
                </a:solidFill>
                <a:latin typeface="Arial" charset="0"/>
                <a:ea typeface="+mn-ea"/>
              </a:rPr>
              <a:t>Seite</a:t>
            </a:r>
          </a:p>
        </p:txBody>
      </p:sp>
      <p:pic>
        <p:nvPicPr>
          <p:cNvPr id="7" name="Grafik 2"/>
          <p:cNvPicPr>
            <a:picLocks noChangeAspect="1"/>
          </p:cNvPicPr>
          <p:nvPr userDrawn="1"/>
        </p:nvPicPr>
        <p:blipFill>
          <a:blip r:embed="rId2" cstate="print">
            <a:extLst>
              <a:ext uri="{28A0092B-C50C-407E-A947-70E740481C1C}">
                <a14:useLocalDpi xmlns:a14="http://schemas.microsoft.com/office/drawing/2010/main" val="0"/>
              </a:ext>
            </a:extLst>
          </a:blip>
          <a:srcRect/>
          <a:stretch>
            <a:fillRect/>
          </a:stretch>
        </p:blipFill>
        <p:spPr bwMode="auto">
          <a:xfrm>
            <a:off x="480484" y="6599238"/>
            <a:ext cx="1921933" cy="127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8" name="Rectangle 7"/>
          <p:cNvSpPr>
            <a:spLocks noChangeArrowheads="1"/>
          </p:cNvSpPr>
          <p:nvPr userDrawn="1"/>
        </p:nvSpPr>
        <p:spPr bwMode="auto">
          <a:xfrm>
            <a:off x="431800" y="2114574"/>
            <a:ext cx="2616200" cy="1962150"/>
          </a:xfrm>
          <a:prstGeom prst="rect">
            <a:avLst/>
          </a:prstGeom>
          <a:noFill/>
          <a:ln w="6350">
            <a:solidFill>
              <a:srgbClr val="4A5C66"/>
            </a:solidFill>
            <a:miter lim="800000"/>
            <a:headEnd/>
            <a:tailEnd/>
          </a:ln>
        </p:spPr>
        <p:txBody>
          <a:bodyPr wrap="none" anchor="ctr"/>
          <a:lstStyle>
            <a:lvl1pPr>
              <a:defRPr sz="2400">
                <a:solidFill>
                  <a:schemeClr val="tx1"/>
                </a:solidFill>
                <a:latin typeface="Calibri" pitchFamily="34" charset="0"/>
                <a:ea typeface="MS PGothic" pitchFamily="34" charset="-128"/>
              </a:defRPr>
            </a:lvl1pPr>
            <a:lvl2pPr marL="742950" indent="-285750">
              <a:defRPr sz="2400">
                <a:solidFill>
                  <a:schemeClr val="tx1"/>
                </a:solidFill>
                <a:latin typeface="Calibri" pitchFamily="34" charset="0"/>
                <a:ea typeface="MS PGothic" pitchFamily="34" charset="-128"/>
              </a:defRPr>
            </a:lvl2pPr>
            <a:lvl3pPr marL="1143000" indent="-228600">
              <a:defRPr sz="2400">
                <a:solidFill>
                  <a:schemeClr val="tx1"/>
                </a:solidFill>
                <a:latin typeface="Calibri" pitchFamily="34" charset="0"/>
                <a:ea typeface="MS PGothic" pitchFamily="34" charset="-128"/>
              </a:defRPr>
            </a:lvl3pPr>
            <a:lvl4pPr marL="1600200" indent="-228600">
              <a:defRPr sz="2400">
                <a:solidFill>
                  <a:schemeClr val="tx1"/>
                </a:solidFill>
                <a:latin typeface="Calibri" pitchFamily="34" charset="0"/>
                <a:ea typeface="MS PGothic" pitchFamily="34" charset="-128"/>
              </a:defRPr>
            </a:lvl4pPr>
            <a:lvl5pPr marL="2057400" indent="-228600">
              <a:defRPr sz="2400">
                <a:solidFill>
                  <a:schemeClr val="tx1"/>
                </a:solidFill>
                <a:latin typeface="Calibri" pitchFamily="34" charset="0"/>
                <a:ea typeface="MS PGothic" pitchFamily="34" charset="-128"/>
              </a:defRPr>
            </a:lvl5pPr>
            <a:lvl6pPr marL="2514600" indent="-228600" eaLnBrk="0" fontAlgn="base" hangingPunct="0">
              <a:spcBef>
                <a:spcPct val="0"/>
              </a:spcBef>
              <a:spcAft>
                <a:spcPct val="0"/>
              </a:spcAft>
              <a:defRPr sz="2400">
                <a:solidFill>
                  <a:schemeClr val="tx1"/>
                </a:solidFill>
                <a:latin typeface="Calibri" pitchFamily="34" charset="0"/>
                <a:ea typeface="MS PGothic" pitchFamily="34" charset="-128"/>
              </a:defRPr>
            </a:lvl6pPr>
            <a:lvl7pPr marL="2971800" indent="-228600" eaLnBrk="0" fontAlgn="base" hangingPunct="0">
              <a:spcBef>
                <a:spcPct val="0"/>
              </a:spcBef>
              <a:spcAft>
                <a:spcPct val="0"/>
              </a:spcAft>
              <a:defRPr sz="2400">
                <a:solidFill>
                  <a:schemeClr val="tx1"/>
                </a:solidFill>
                <a:latin typeface="Calibri" pitchFamily="34" charset="0"/>
                <a:ea typeface="MS PGothic" pitchFamily="34" charset="-128"/>
              </a:defRPr>
            </a:lvl7pPr>
            <a:lvl8pPr marL="3429000" indent="-228600" eaLnBrk="0" fontAlgn="base" hangingPunct="0">
              <a:spcBef>
                <a:spcPct val="0"/>
              </a:spcBef>
              <a:spcAft>
                <a:spcPct val="0"/>
              </a:spcAft>
              <a:defRPr sz="2400">
                <a:solidFill>
                  <a:schemeClr val="tx1"/>
                </a:solidFill>
                <a:latin typeface="Calibri" pitchFamily="34" charset="0"/>
                <a:ea typeface="MS PGothic" pitchFamily="34" charset="-128"/>
              </a:defRPr>
            </a:lvl8pPr>
            <a:lvl9pPr marL="3886200" indent="-228600" eaLnBrk="0" fontAlgn="base" hangingPunct="0">
              <a:spcBef>
                <a:spcPct val="0"/>
              </a:spcBef>
              <a:spcAft>
                <a:spcPct val="0"/>
              </a:spcAft>
              <a:defRPr sz="2400">
                <a:solidFill>
                  <a:schemeClr val="tx1"/>
                </a:solidFill>
                <a:latin typeface="Calibri" pitchFamily="34" charset="0"/>
                <a:ea typeface="MS PGothic" pitchFamily="34" charset="-128"/>
              </a:defRPr>
            </a:lvl9pPr>
          </a:lstStyle>
          <a:p>
            <a:pPr eaLnBrk="1" hangingPunct="1">
              <a:defRPr/>
            </a:pPr>
            <a:endParaRPr lang="de-DE" altLang="de-DE" sz="1800">
              <a:cs typeface="Arial" pitchFamily="34" charset="0"/>
            </a:endParaRPr>
          </a:p>
        </p:txBody>
      </p:sp>
      <p:sp>
        <p:nvSpPr>
          <p:cNvPr id="9" name="Rectangle 10"/>
          <p:cNvSpPr>
            <a:spLocks noChangeArrowheads="1"/>
          </p:cNvSpPr>
          <p:nvPr userDrawn="1"/>
        </p:nvSpPr>
        <p:spPr bwMode="auto">
          <a:xfrm>
            <a:off x="3310467" y="2114574"/>
            <a:ext cx="2616200" cy="1962150"/>
          </a:xfrm>
          <a:prstGeom prst="rect">
            <a:avLst/>
          </a:prstGeom>
          <a:noFill/>
          <a:ln w="6350">
            <a:solidFill>
              <a:srgbClr val="4A5C66"/>
            </a:solidFill>
            <a:miter lim="800000"/>
            <a:headEnd/>
            <a:tailEnd/>
          </a:ln>
        </p:spPr>
        <p:txBody>
          <a:bodyPr wrap="none" anchor="ctr"/>
          <a:lstStyle>
            <a:lvl1pPr>
              <a:defRPr sz="2400">
                <a:solidFill>
                  <a:schemeClr val="tx1"/>
                </a:solidFill>
                <a:latin typeface="Calibri" pitchFamily="34" charset="0"/>
                <a:ea typeface="MS PGothic" pitchFamily="34" charset="-128"/>
              </a:defRPr>
            </a:lvl1pPr>
            <a:lvl2pPr marL="742950" indent="-285750">
              <a:defRPr sz="2400">
                <a:solidFill>
                  <a:schemeClr val="tx1"/>
                </a:solidFill>
                <a:latin typeface="Calibri" pitchFamily="34" charset="0"/>
                <a:ea typeface="MS PGothic" pitchFamily="34" charset="-128"/>
              </a:defRPr>
            </a:lvl2pPr>
            <a:lvl3pPr marL="1143000" indent="-228600">
              <a:defRPr sz="2400">
                <a:solidFill>
                  <a:schemeClr val="tx1"/>
                </a:solidFill>
                <a:latin typeface="Calibri" pitchFamily="34" charset="0"/>
                <a:ea typeface="MS PGothic" pitchFamily="34" charset="-128"/>
              </a:defRPr>
            </a:lvl3pPr>
            <a:lvl4pPr marL="1600200" indent="-228600">
              <a:defRPr sz="2400">
                <a:solidFill>
                  <a:schemeClr val="tx1"/>
                </a:solidFill>
                <a:latin typeface="Calibri" pitchFamily="34" charset="0"/>
                <a:ea typeface="MS PGothic" pitchFamily="34" charset="-128"/>
              </a:defRPr>
            </a:lvl4pPr>
            <a:lvl5pPr marL="2057400" indent="-228600">
              <a:defRPr sz="2400">
                <a:solidFill>
                  <a:schemeClr val="tx1"/>
                </a:solidFill>
                <a:latin typeface="Calibri" pitchFamily="34" charset="0"/>
                <a:ea typeface="MS PGothic" pitchFamily="34" charset="-128"/>
              </a:defRPr>
            </a:lvl5pPr>
            <a:lvl6pPr marL="2514600" indent="-228600" eaLnBrk="0" fontAlgn="base" hangingPunct="0">
              <a:spcBef>
                <a:spcPct val="0"/>
              </a:spcBef>
              <a:spcAft>
                <a:spcPct val="0"/>
              </a:spcAft>
              <a:defRPr sz="2400">
                <a:solidFill>
                  <a:schemeClr val="tx1"/>
                </a:solidFill>
                <a:latin typeface="Calibri" pitchFamily="34" charset="0"/>
                <a:ea typeface="MS PGothic" pitchFamily="34" charset="-128"/>
              </a:defRPr>
            </a:lvl6pPr>
            <a:lvl7pPr marL="2971800" indent="-228600" eaLnBrk="0" fontAlgn="base" hangingPunct="0">
              <a:spcBef>
                <a:spcPct val="0"/>
              </a:spcBef>
              <a:spcAft>
                <a:spcPct val="0"/>
              </a:spcAft>
              <a:defRPr sz="2400">
                <a:solidFill>
                  <a:schemeClr val="tx1"/>
                </a:solidFill>
                <a:latin typeface="Calibri" pitchFamily="34" charset="0"/>
                <a:ea typeface="MS PGothic" pitchFamily="34" charset="-128"/>
              </a:defRPr>
            </a:lvl7pPr>
            <a:lvl8pPr marL="3429000" indent="-228600" eaLnBrk="0" fontAlgn="base" hangingPunct="0">
              <a:spcBef>
                <a:spcPct val="0"/>
              </a:spcBef>
              <a:spcAft>
                <a:spcPct val="0"/>
              </a:spcAft>
              <a:defRPr sz="2400">
                <a:solidFill>
                  <a:schemeClr val="tx1"/>
                </a:solidFill>
                <a:latin typeface="Calibri" pitchFamily="34" charset="0"/>
                <a:ea typeface="MS PGothic" pitchFamily="34" charset="-128"/>
              </a:defRPr>
            </a:lvl8pPr>
            <a:lvl9pPr marL="3886200" indent="-228600" eaLnBrk="0" fontAlgn="base" hangingPunct="0">
              <a:spcBef>
                <a:spcPct val="0"/>
              </a:spcBef>
              <a:spcAft>
                <a:spcPct val="0"/>
              </a:spcAft>
              <a:defRPr sz="2400">
                <a:solidFill>
                  <a:schemeClr val="tx1"/>
                </a:solidFill>
                <a:latin typeface="Calibri" pitchFamily="34" charset="0"/>
                <a:ea typeface="MS PGothic" pitchFamily="34" charset="-128"/>
              </a:defRPr>
            </a:lvl9pPr>
          </a:lstStyle>
          <a:p>
            <a:pPr eaLnBrk="1" hangingPunct="1">
              <a:defRPr/>
            </a:pPr>
            <a:endParaRPr lang="de-DE" altLang="de-DE" sz="1800">
              <a:cs typeface="Arial" pitchFamily="34" charset="0"/>
            </a:endParaRPr>
          </a:p>
        </p:txBody>
      </p:sp>
      <p:sp>
        <p:nvSpPr>
          <p:cNvPr id="10" name="Rectangle 11"/>
          <p:cNvSpPr>
            <a:spLocks noChangeArrowheads="1"/>
          </p:cNvSpPr>
          <p:nvPr userDrawn="1"/>
        </p:nvSpPr>
        <p:spPr bwMode="auto">
          <a:xfrm>
            <a:off x="6191251" y="2114574"/>
            <a:ext cx="2616200" cy="1962150"/>
          </a:xfrm>
          <a:prstGeom prst="rect">
            <a:avLst/>
          </a:prstGeom>
          <a:noFill/>
          <a:ln w="6350">
            <a:solidFill>
              <a:srgbClr val="4A5C66"/>
            </a:solidFill>
            <a:miter lim="800000"/>
            <a:headEnd/>
            <a:tailEnd/>
          </a:ln>
        </p:spPr>
        <p:txBody>
          <a:bodyPr wrap="none" anchor="ctr"/>
          <a:lstStyle>
            <a:lvl1pPr>
              <a:defRPr sz="2400">
                <a:solidFill>
                  <a:schemeClr val="tx1"/>
                </a:solidFill>
                <a:latin typeface="Calibri" pitchFamily="34" charset="0"/>
                <a:ea typeface="MS PGothic" pitchFamily="34" charset="-128"/>
              </a:defRPr>
            </a:lvl1pPr>
            <a:lvl2pPr marL="742950" indent="-285750">
              <a:defRPr sz="2400">
                <a:solidFill>
                  <a:schemeClr val="tx1"/>
                </a:solidFill>
                <a:latin typeface="Calibri" pitchFamily="34" charset="0"/>
                <a:ea typeface="MS PGothic" pitchFamily="34" charset="-128"/>
              </a:defRPr>
            </a:lvl2pPr>
            <a:lvl3pPr marL="1143000" indent="-228600">
              <a:defRPr sz="2400">
                <a:solidFill>
                  <a:schemeClr val="tx1"/>
                </a:solidFill>
                <a:latin typeface="Calibri" pitchFamily="34" charset="0"/>
                <a:ea typeface="MS PGothic" pitchFamily="34" charset="-128"/>
              </a:defRPr>
            </a:lvl3pPr>
            <a:lvl4pPr marL="1600200" indent="-228600">
              <a:defRPr sz="2400">
                <a:solidFill>
                  <a:schemeClr val="tx1"/>
                </a:solidFill>
                <a:latin typeface="Calibri" pitchFamily="34" charset="0"/>
                <a:ea typeface="MS PGothic" pitchFamily="34" charset="-128"/>
              </a:defRPr>
            </a:lvl4pPr>
            <a:lvl5pPr marL="2057400" indent="-228600">
              <a:defRPr sz="2400">
                <a:solidFill>
                  <a:schemeClr val="tx1"/>
                </a:solidFill>
                <a:latin typeface="Calibri" pitchFamily="34" charset="0"/>
                <a:ea typeface="MS PGothic" pitchFamily="34" charset="-128"/>
              </a:defRPr>
            </a:lvl5pPr>
            <a:lvl6pPr marL="2514600" indent="-228600" eaLnBrk="0" fontAlgn="base" hangingPunct="0">
              <a:spcBef>
                <a:spcPct val="0"/>
              </a:spcBef>
              <a:spcAft>
                <a:spcPct val="0"/>
              </a:spcAft>
              <a:defRPr sz="2400">
                <a:solidFill>
                  <a:schemeClr val="tx1"/>
                </a:solidFill>
                <a:latin typeface="Calibri" pitchFamily="34" charset="0"/>
                <a:ea typeface="MS PGothic" pitchFamily="34" charset="-128"/>
              </a:defRPr>
            </a:lvl6pPr>
            <a:lvl7pPr marL="2971800" indent="-228600" eaLnBrk="0" fontAlgn="base" hangingPunct="0">
              <a:spcBef>
                <a:spcPct val="0"/>
              </a:spcBef>
              <a:spcAft>
                <a:spcPct val="0"/>
              </a:spcAft>
              <a:defRPr sz="2400">
                <a:solidFill>
                  <a:schemeClr val="tx1"/>
                </a:solidFill>
                <a:latin typeface="Calibri" pitchFamily="34" charset="0"/>
                <a:ea typeface="MS PGothic" pitchFamily="34" charset="-128"/>
              </a:defRPr>
            </a:lvl7pPr>
            <a:lvl8pPr marL="3429000" indent="-228600" eaLnBrk="0" fontAlgn="base" hangingPunct="0">
              <a:spcBef>
                <a:spcPct val="0"/>
              </a:spcBef>
              <a:spcAft>
                <a:spcPct val="0"/>
              </a:spcAft>
              <a:defRPr sz="2400">
                <a:solidFill>
                  <a:schemeClr val="tx1"/>
                </a:solidFill>
                <a:latin typeface="Calibri" pitchFamily="34" charset="0"/>
                <a:ea typeface="MS PGothic" pitchFamily="34" charset="-128"/>
              </a:defRPr>
            </a:lvl8pPr>
            <a:lvl9pPr marL="3886200" indent="-228600" eaLnBrk="0" fontAlgn="base" hangingPunct="0">
              <a:spcBef>
                <a:spcPct val="0"/>
              </a:spcBef>
              <a:spcAft>
                <a:spcPct val="0"/>
              </a:spcAft>
              <a:defRPr sz="2400">
                <a:solidFill>
                  <a:schemeClr val="tx1"/>
                </a:solidFill>
                <a:latin typeface="Calibri" pitchFamily="34" charset="0"/>
                <a:ea typeface="MS PGothic" pitchFamily="34" charset="-128"/>
              </a:defRPr>
            </a:lvl9pPr>
          </a:lstStyle>
          <a:p>
            <a:pPr eaLnBrk="1" hangingPunct="1">
              <a:defRPr/>
            </a:pPr>
            <a:endParaRPr lang="de-DE" altLang="de-DE" sz="1800">
              <a:cs typeface="Arial" pitchFamily="34" charset="0"/>
            </a:endParaRPr>
          </a:p>
        </p:txBody>
      </p:sp>
      <p:sp>
        <p:nvSpPr>
          <p:cNvPr id="11" name="Rectangle 12"/>
          <p:cNvSpPr>
            <a:spLocks noChangeArrowheads="1"/>
          </p:cNvSpPr>
          <p:nvPr userDrawn="1"/>
        </p:nvSpPr>
        <p:spPr bwMode="auto">
          <a:xfrm>
            <a:off x="9069917" y="2114574"/>
            <a:ext cx="2616200" cy="1962150"/>
          </a:xfrm>
          <a:prstGeom prst="rect">
            <a:avLst/>
          </a:prstGeom>
          <a:solidFill>
            <a:srgbClr val="80BA24"/>
          </a:solidFill>
          <a:ln w="6350">
            <a:solidFill>
              <a:srgbClr val="80BA24"/>
            </a:solidFill>
            <a:miter lim="800000"/>
            <a:headEnd/>
            <a:tailEnd/>
          </a:ln>
        </p:spPr>
        <p:txBody>
          <a:bodyPr wrap="none" anchor="ctr"/>
          <a:lstStyle>
            <a:lvl1pPr>
              <a:defRPr sz="2400">
                <a:solidFill>
                  <a:schemeClr val="tx1"/>
                </a:solidFill>
                <a:latin typeface="Calibri" pitchFamily="34" charset="0"/>
                <a:ea typeface="MS PGothic" pitchFamily="34" charset="-128"/>
              </a:defRPr>
            </a:lvl1pPr>
            <a:lvl2pPr marL="742950" indent="-285750">
              <a:defRPr sz="2400">
                <a:solidFill>
                  <a:schemeClr val="tx1"/>
                </a:solidFill>
                <a:latin typeface="Calibri" pitchFamily="34" charset="0"/>
                <a:ea typeface="MS PGothic" pitchFamily="34" charset="-128"/>
              </a:defRPr>
            </a:lvl2pPr>
            <a:lvl3pPr marL="1143000" indent="-228600">
              <a:defRPr sz="2400">
                <a:solidFill>
                  <a:schemeClr val="tx1"/>
                </a:solidFill>
                <a:latin typeface="Calibri" pitchFamily="34" charset="0"/>
                <a:ea typeface="MS PGothic" pitchFamily="34" charset="-128"/>
              </a:defRPr>
            </a:lvl3pPr>
            <a:lvl4pPr marL="1600200" indent="-228600">
              <a:defRPr sz="2400">
                <a:solidFill>
                  <a:schemeClr val="tx1"/>
                </a:solidFill>
                <a:latin typeface="Calibri" pitchFamily="34" charset="0"/>
                <a:ea typeface="MS PGothic" pitchFamily="34" charset="-128"/>
              </a:defRPr>
            </a:lvl4pPr>
            <a:lvl5pPr marL="2057400" indent="-228600">
              <a:defRPr sz="2400">
                <a:solidFill>
                  <a:schemeClr val="tx1"/>
                </a:solidFill>
                <a:latin typeface="Calibri" pitchFamily="34" charset="0"/>
                <a:ea typeface="MS PGothic" pitchFamily="34" charset="-128"/>
              </a:defRPr>
            </a:lvl5pPr>
            <a:lvl6pPr marL="2514600" indent="-228600" eaLnBrk="0" fontAlgn="base" hangingPunct="0">
              <a:spcBef>
                <a:spcPct val="0"/>
              </a:spcBef>
              <a:spcAft>
                <a:spcPct val="0"/>
              </a:spcAft>
              <a:defRPr sz="2400">
                <a:solidFill>
                  <a:schemeClr val="tx1"/>
                </a:solidFill>
                <a:latin typeface="Calibri" pitchFamily="34" charset="0"/>
                <a:ea typeface="MS PGothic" pitchFamily="34" charset="-128"/>
              </a:defRPr>
            </a:lvl6pPr>
            <a:lvl7pPr marL="2971800" indent="-228600" eaLnBrk="0" fontAlgn="base" hangingPunct="0">
              <a:spcBef>
                <a:spcPct val="0"/>
              </a:spcBef>
              <a:spcAft>
                <a:spcPct val="0"/>
              </a:spcAft>
              <a:defRPr sz="2400">
                <a:solidFill>
                  <a:schemeClr val="tx1"/>
                </a:solidFill>
                <a:latin typeface="Calibri" pitchFamily="34" charset="0"/>
                <a:ea typeface="MS PGothic" pitchFamily="34" charset="-128"/>
              </a:defRPr>
            </a:lvl7pPr>
            <a:lvl8pPr marL="3429000" indent="-228600" eaLnBrk="0" fontAlgn="base" hangingPunct="0">
              <a:spcBef>
                <a:spcPct val="0"/>
              </a:spcBef>
              <a:spcAft>
                <a:spcPct val="0"/>
              </a:spcAft>
              <a:defRPr sz="2400">
                <a:solidFill>
                  <a:schemeClr val="tx1"/>
                </a:solidFill>
                <a:latin typeface="Calibri" pitchFamily="34" charset="0"/>
                <a:ea typeface="MS PGothic" pitchFamily="34" charset="-128"/>
              </a:defRPr>
            </a:lvl8pPr>
            <a:lvl9pPr marL="3886200" indent="-228600" eaLnBrk="0" fontAlgn="base" hangingPunct="0">
              <a:spcBef>
                <a:spcPct val="0"/>
              </a:spcBef>
              <a:spcAft>
                <a:spcPct val="0"/>
              </a:spcAft>
              <a:defRPr sz="2400">
                <a:solidFill>
                  <a:schemeClr val="tx1"/>
                </a:solidFill>
                <a:latin typeface="Calibri" pitchFamily="34" charset="0"/>
                <a:ea typeface="MS PGothic" pitchFamily="34" charset="-128"/>
              </a:defRPr>
            </a:lvl9pPr>
          </a:lstStyle>
          <a:p>
            <a:pPr eaLnBrk="1" hangingPunct="1">
              <a:defRPr/>
            </a:pPr>
            <a:endParaRPr lang="de-DE" altLang="de-DE" sz="1800">
              <a:cs typeface="Arial" pitchFamily="34" charset="0"/>
            </a:endParaRPr>
          </a:p>
        </p:txBody>
      </p:sp>
      <p:sp>
        <p:nvSpPr>
          <p:cNvPr id="12" name="Rectangle 13"/>
          <p:cNvSpPr>
            <a:spLocks noChangeArrowheads="1"/>
          </p:cNvSpPr>
          <p:nvPr userDrawn="1"/>
        </p:nvSpPr>
        <p:spPr bwMode="auto">
          <a:xfrm>
            <a:off x="431800" y="4275162"/>
            <a:ext cx="2616200" cy="1962150"/>
          </a:xfrm>
          <a:prstGeom prst="rect">
            <a:avLst/>
          </a:prstGeom>
          <a:noFill/>
          <a:ln w="6350">
            <a:solidFill>
              <a:srgbClr val="4A5C66"/>
            </a:solidFill>
            <a:miter lim="800000"/>
            <a:headEnd/>
            <a:tailEnd/>
          </a:ln>
        </p:spPr>
        <p:txBody>
          <a:bodyPr wrap="none" anchor="ctr"/>
          <a:lstStyle>
            <a:lvl1pPr>
              <a:defRPr sz="2400">
                <a:solidFill>
                  <a:schemeClr val="tx1"/>
                </a:solidFill>
                <a:latin typeface="Calibri" pitchFamily="34" charset="0"/>
                <a:ea typeface="MS PGothic" pitchFamily="34" charset="-128"/>
              </a:defRPr>
            </a:lvl1pPr>
            <a:lvl2pPr marL="742950" indent="-285750">
              <a:defRPr sz="2400">
                <a:solidFill>
                  <a:schemeClr val="tx1"/>
                </a:solidFill>
                <a:latin typeface="Calibri" pitchFamily="34" charset="0"/>
                <a:ea typeface="MS PGothic" pitchFamily="34" charset="-128"/>
              </a:defRPr>
            </a:lvl2pPr>
            <a:lvl3pPr marL="1143000" indent="-228600">
              <a:defRPr sz="2400">
                <a:solidFill>
                  <a:schemeClr val="tx1"/>
                </a:solidFill>
                <a:latin typeface="Calibri" pitchFamily="34" charset="0"/>
                <a:ea typeface="MS PGothic" pitchFamily="34" charset="-128"/>
              </a:defRPr>
            </a:lvl3pPr>
            <a:lvl4pPr marL="1600200" indent="-228600">
              <a:defRPr sz="2400">
                <a:solidFill>
                  <a:schemeClr val="tx1"/>
                </a:solidFill>
                <a:latin typeface="Calibri" pitchFamily="34" charset="0"/>
                <a:ea typeface="MS PGothic" pitchFamily="34" charset="-128"/>
              </a:defRPr>
            </a:lvl4pPr>
            <a:lvl5pPr marL="2057400" indent="-228600">
              <a:defRPr sz="2400">
                <a:solidFill>
                  <a:schemeClr val="tx1"/>
                </a:solidFill>
                <a:latin typeface="Calibri" pitchFamily="34" charset="0"/>
                <a:ea typeface="MS PGothic" pitchFamily="34" charset="-128"/>
              </a:defRPr>
            </a:lvl5pPr>
            <a:lvl6pPr marL="2514600" indent="-228600" eaLnBrk="0" fontAlgn="base" hangingPunct="0">
              <a:spcBef>
                <a:spcPct val="0"/>
              </a:spcBef>
              <a:spcAft>
                <a:spcPct val="0"/>
              </a:spcAft>
              <a:defRPr sz="2400">
                <a:solidFill>
                  <a:schemeClr val="tx1"/>
                </a:solidFill>
                <a:latin typeface="Calibri" pitchFamily="34" charset="0"/>
                <a:ea typeface="MS PGothic" pitchFamily="34" charset="-128"/>
              </a:defRPr>
            </a:lvl6pPr>
            <a:lvl7pPr marL="2971800" indent="-228600" eaLnBrk="0" fontAlgn="base" hangingPunct="0">
              <a:spcBef>
                <a:spcPct val="0"/>
              </a:spcBef>
              <a:spcAft>
                <a:spcPct val="0"/>
              </a:spcAft>
              <a:defRPr sz="2400">
                <a:solidFill>
                  <a:schemeClr val="tx1"/>
                </a:solidFill>
                <a:latin typeface="Calibri" pitchFamily="34" charset="0"/>
                <a:ea typeface="MS PGothic" pitchFamily="34" charset="-128"/>
              </a:defRPr>
            </a:lvl7pPr>
            <a:lvl8pPr marL="3429000" indent="-228600" eaLnBrk="0" fontAlgn="base" hangingPunct="0">
              <a:spcBef>
                <a:spcPct val="0"/>
              </a:spcBef>
              <a:spcAft>
                <a:spcPct val="0"/>
              </a:spcAft>
              <a:defRPr sz="2400">
                <a:solidFill>
                  <a:schemeClr val="tx1"/>
                </a:solidFill>
                <a:latin typeface="Calibri" pitchFamily="34" charset="0"/>
                <a:ea typeface="MS PGothic" pitchFamily="34" charset="-128"/>
              </a:defRPr>
            </a:lvl8pPr>
            <a:lvl9pPr marL="3886200" indent="-228600" eaLnBrk="0" fontAlgn="base" hangingPunct="0">
              <a:spcBef>
                <a:spcPct val="0"/>
              </a:spcBef>
              <a:spcAft>
                <a:spcPct val="0"/>
              </a:spcAft>
              <a:defRPr sz="2400">
                <a:solidFill>
                  <a:schemeClr val="tx1"/>
                </a:solidFill>
                <a:latin typeface="Calibri" pitchFamily="34" charset="0"/>
                <a:ea typeface="MS PGothic" pitchFamily="34" charset="-128"/>
              </a:defRPr>
            </a:lvl9pPr>
          </a:lstStyle>
          <a:p>
            <a:pPr eaLnBrk="1" hangingPunct="1">
              <a:defRPr/>
            </a:pPr>
            <a:endParaRPr lang="de-DE" altLang="de-DE" sz="1800">
              <a:cs typeface="Arial" pitchFamily="34" charset="0"/>
            </a:endParaRPr>
          </a:p>
        </p:txBody>
      </p:sp>
      <p:sp>
        <p:nvSpPr>
          <p:cNvPr id="13" name="Rectangle 14"/>
          <p:cNvSpPr>
            <a:spLocks noChangeArrowheads="1"/>
          </p:cNvSpPr>
          <p:nvPr userDrawn="1"/>
        </p:nvSpPr>
        <p:spPr bwMode="auto">
          <a:xfrm>
            <a:off x="3310467" y="4275162"/>
            <a:ext cx="2616200" cy="1962150"/>
          </a:xfrm>
          <a:prstGeom prst="rect">
            <a:avLst/>
          </a:prstGeom>
          <a:noFill/>
          <a:ln w="6350">
            <a:solidFill>
              <a:srgbClr val="4A5C66"/>
            </a:solidFill>
            <a:miter lim="800000"/>
            <a:headEnd/>
            <a:tailEnd/>
          </a:ln>
        </p:spPr>
        <p:txBody>
          <a:bodyPr wrap="none" anchor="ctr"/>
          <a:lstStyle>
            <a:lvl1pPr>
              <a:defRPr sz="2400">
                <a:solidFill>
                  <a:schemeClr val="tx1"/>
                </a:solidFill>
                <a:latin typeface="Calibri" pitchFamily="34" charset="0"/>
                <a:ea typeface="MS PGothic" pitchFamily="34" charset="-128"/>
              </a:defRPr>
            </a:lvl1pPr>
            <a:lvl2pPr marL="742950" indent="-285750">
              <a:defRPr sz="2400">
                <a:solidFill>
                  <a:schemeClr val="tx1"/>
                </a:solidFill>
                <a:latin typeface="Calibri" pitchFamily="34" charset="0"/>
                <a:ea typeface="MS PGothic" pitchFamily="34" charset="-128"/>
              </a:defRPr>
            </a:lvl2pPr>
            <a:lvl3pPr marL="1143000" indent="-228600">
              <a:defRPr sz="2400">
                <a:solidFill>
                  <a:schemeClr val="tx1"/>
                </a:solidFill>
                <a:latin typeface="Calibri" pitchFamily="34" charset="0"/>
                <a:ea typeface="MS PGothic" pitchFamily="34" charset="-128"/>
              </a:defRPr>
            </a:lvl3pPr>
            <a:lvl4pPr marL="1600200" indent="-228600">
              <a:defRPr sz="2400">
                <a:solidFill>
                  <a:schemeClr val="tx1"/>
                </a:solidFill>
                <a:latin typeface="Calibri" pitchFamily="34" charset="0"/>
                <a:ea typeface="MS PGothic" pitchFamily="34" charset="-128"/>
              </a:defRPr>
            </a:lvl4pPr>
            <a:lvl5pPr marL="2057400" indent="-228600">
              <a:defRPr sz="2400">
                <a:solidFill>
                  <a:schemeClr val="tx1"/>
                </a:solidFill>
                <a:latin typeface="Calibri" pitchFamily="34" charset="0"/>
                <a:ea typeface="MS PGothic" pitchFamily="34" charset="-128"/>
              </a:defRPr>
            </a:lvl5pPr>
            <a:lvl6pPr marL="2514600" indent="-228600" eaLnBrk="0" fontAlgn="base" hangingPunct="0">
              <a:spcBef>
                <a:spcPct val="0"/>
              </a:spcBef>
              <a:spcAft>
                <a:spcPct val="0"/>
              </a:spcAft>
              <a:defRPr sz="2400">
                <a:solidFill>
                  <a:schemeClr val="tx1"/>
                </a:solidFill>
                <a:latin typeface="Calibri" pitchFamily="34" charset="0"/>
                <a:ea typeface="MS PGothic" pitchFamily="34" charset="-128"/>
              </a:defRPr>
            </a:lvl6pPr>
            <a:lvl7pPr marL="2971800" indent="-228600" eaLnBrk="0" fontAlgn="base" hangingPunct="0">
              <a:spcBef>
                <a:spcPct val="0"/>
              </a:spcBef>
              <a:spcAft>
                <a:spcPct val="0"/>
              </a:spcAft>
              <a:defRPr sz="2400">
                <a:solidFill>
                  <a:schemeClr val="tx1"/>
                </a:solidFill>
                <a:latin typeface="Calibri" pitchFamily="34" charset="0"/>
                <a:ea typeface="MS PGothic" pitchFamily="34" charset="-128"/>
              </a:defRPr>
            </a:lvl7pPr>
            <a:lvl8pPr marL="3429000" indent="-228600" eaLnBrk="0" fontAlgn="base" hangingPunct="0">
              <a:spcBef>
                <a:spcPct val="0"/>
              </a:spcBef>
              <a:spcAft>
                <a:spcPct val="0"/>
              </a:spcAft>
              <a:defRPr sz="2400">
                <a:solidFill>
                  <a:schemeClr val="tx1"/>
                </a:solidFill>
                <a:latin typeface="Calibri" pitchFamily="34" charset="0"/>
                <a:ea typeface="MS PGothic" pitchFamily="34" charset="-128"/>
              </a:defRPr>
            </a:lvl8pPr>
            <a:lvl9pPr marL="3886200" indent="-228600" eaLnBrk="0" fontAlgn="base" hangingPunct="0">
              <a:spcBef>
                <a:spcPct val="0"/>
              </a:spcBef>
              <a:spcAft>
                <a:spcPct val="0"/>
              </a:spcAft>
              <a:defRPr sz="2400">
                <a:solidFill>
                  <a:schemeClr val="tx1"/>
                </a:solidFill>
                <a:latin typeface="Calibri" pitchFamily="34" charset="0"/>
                <a:ea typeface="MS PGothic" pitchFamily="34" charset="-128"/>
              </a:defRPr>
            </a:lvl9pPr>
          </a:lstStyle>
          <a:p>
            <a:pPr eaLnBrk="1" hangingPunct="1">
              <a:defRPr/>
            </a:pPr>
            <a:endParaRPr lang="de-DE" altLang="de-DE" sz="1800">
              <a:cs typeface="Arial" pitchFamily="34" charset="0"/>
            </a:endParaRPr>
          </a:p>
        </p:txBody>
      </p:sp>
      <p:sp>
        <p:nvSpPr>
          <p:cNvPr id="14" name="Rectangle 15"/>
          <p:cNvSpPr>
            <a:spLocks noChangeArrowheads="1"/>
          </p:cNvSpPr>
          <p:nvPr userDrawn="1"/>
        </p:nvSpPr>
        <p:spPr bwMode="auto">
          <a:xfrm>
            <a:off x="6191251" y="4275162"/>
            <a:ext cx="2616200" cy="1962150"/>
          </a:xfrm>
          <a:prstGeom prst="rect">
            <a:avLst/>
          </a:prstGeom>
          <a:noFill/>
          <a:ln w="6350">
            <a:solidFill>
              <a:srgbClr val="4A5C66"/>
            </a:solidFill>
            <a:miter lim="800000"/>
            <a:headEnd/>
            <a:tailEnd/>
          </a:ln>
        </p:spPr>
        <p:txBody>
          <a:bodyPr wrap="none" anchor="ctr"/>
          <a:lstStyle>
            <a:lvl1pPr>
              <a:defRPr sz="2400">
                <a:solidFill>
                  <a:schemeClr val="tx1"/>
                </a:solidFill>
                <a:latin typeface="Calibri" pitchFamily="34" charset="0"/>
                <a:ea typeface="MS PGothic" pitchFamily="34" charset="-128"/>
              </a:defRPr>
            </a:lvl1pPr>
            <a:lvl2pPr marL="742950" indent="-285750">
              <a:defRPr sz="2400">
                <a:solidFill>
                  <a:schemeClr val="tx1"/>
                </a:solidFill>
                <a:latin typeface="Calibri" pitchFamily="34" charset="0"/>
                <a:ea typeface="MS PGothic" pitchFamily="34" charset="-128"/>
              </a:defRPr>
            </a:lvl2pPr>
            <a:lvl3pPr marL="1143000" indent="-228600">
              <a:defRPr sz="2400">
                <a:solidFill>
                  <a:schemeClr val="tx1"/>
                </a:solidFill>
                <a:latin typeface="Calibri" pitchFamily="34" charset="0"/>
                <a:ea typeface="MS PGothic" pitchFamily="34" charset="-128"/>
              </a:defRPr>
            </a:lvl3pPr>
            <a:lvl4pPr marL="1600200" indent="-228600">
              <a:defRPr sz="2400">
                <a:solidFill>
                  <a:schemeClr val="tx1"/>
                </a:solidFill>
                <a:latin typeface="Calibri" pitchFamily="34" charset="0"/>
                <a:ea typeface="MS PGothic" pitchFamily="34" charset="-128"/>
              </a:defRPr>
            </a:lvl4pPr>
            <a:lvl5pPr marL="2057400" indent="-228600">
              <a:defRPr sz="2400">
                <a:solidFill>
                  <a:schemeClr val="tx1"/>
                </a:solidFill>
                <a:latin typeface="Calibri" pitchFamily="34" charset="0"/>
                <a:ea typeface="MS PGothic" pitchFamily="34" charset="-128"/>
              </a:defRPr>
            </a:lvl5pPr>
            <a:lvl6pPr marL="2514600" indent="-228600" eaLnBrk="0" fontAlgn="base" hangingPunct="0">
              <a:spcBef>
                <a:spcPct val="0"/>
              </a:spcBef>
              <a:spcAft>
                <a:spcPct val="0"/>
              </a:spcAft>
              <a:defRPr sz="2400">
                <a:solidFill>
                  <a:schemeClr val="tx1"/>
                </a:solidFill>
                <a:latin typeface="Calibri" pitchFamily="34" charset="0"/>
                <a:ea typeface="MS PGothic" pitchFamily="34" charset="-128"/>
              </a:defRPr>
            </a:lvl6pPr>
            <a:lvl7pPr marL="2971800" indent="-228600" eaLnBrk="0" fontAlgn="base" hangingPunct="0">
              <a:spcBef>
                <a:spcPct val="0"/>
              </a:spcBef>
              <a:spcAft>
                <a:spcPct val="0"/>
              </a:spcAft>
              <a:defRPr sz="2400">
                <a:solidFill>
                  <a:schemeClr val="tx1"/>
                </a:solidFill>
                <a:latin typeface="Calibri" pitchFamily="34" charset="0"/>
                <a:ea typeface="MS PGothic" pitchFamily="34" charset="-128"/>
              </a:defRPr>
            </a:lvl7pPr>
            <a:lvl8pPr marL="3429000" indent="-228600" eaLnBrk="0" fontAlgn="base" hangingPunct="0">
              <a:spcBef>
                <a:spcPct val="0"/>
              </a:spcBef>
              <a:spcAft>
                <a:spcPct val="0"/>
              </a:spcAft>
              <a:defRPr sz="2400">
                <a:solidFill>
                  <a:schemeClr val="tx1"/>
                </a:solidFill>
                <a:latin typeface="Calibri" pitchFamily="34" charset="0"/>
                <a:ea typeface="MS PGothic" pitchFamily="34" charset="-128"/>
              </a:defRPr>
            </a:lvl8pPr>
            <a:lvl9pPr marL="3886200" indent="-228600" eaLnBrk="0" fontAlgn="base" hangingPunct="0">
              <a:spcBef>
                <a:spcPct val="0"/>
              </a:spcBef>
              <a:spcAft>
                <a:spcPct val="0"/>
              </a:spcAft>
              <a:defRPr sz="2400">
                <a:solidFill>
                  <a:schemeClr val="tx1"/>
                </a:solidFill>
                <a:latin typeface="Calibri" pitchFamily="34" charset="0"/>
                <a:ea typeface="MS PGothic" pitchFamily="34" charset="-128"/>
              </a:defRPr>
            </a:lvl9pPr>
          </a:lstStyle>
          <a:p>
            <a:pPr eaLnBrk="1" hangingPunct="1">
              <a:defRPr/>
            </a:pPr>
            <a:endParaRPr lang="de-DE" altLang="de-DE" sz="1800">
              <a:cs typeface="Arial" pitchFamily="34" charset="0"/>
            </a:endParaRPr>
          </a:p>
        </p:txBody>
      </p:sp>
      <p:sp>
        <p:nvSpPr>
          <p:cNvPr id="15" name="Rectangle 16"/>
          <p:cNvSpPr>
            <a:spLocks noChangeArrowheads="1"/>
          </p:cNvSpPr>
          <p:nvPr userDrawn="1"/>
        </p:nvSpPr>
        <p:spPr bwMode="auto">
          <a:xfrm>
            <a:off x="9069917" y="4275162"/>
            <a:ext cx="2616200" cy="1962150"/>
          </a:xfrm>
          <a:prstGeom prst="rect">
            <a:avLst/>
          </a:prstGeom>
          <a:solidFill>
            <a:srgbClr val="80BA24"/>
          </a:solidFill>
          <a:ln w="6350">
            <a:solidFill>
              <a:srgbClr val="80BA24"/>
            </a:solidFill>
            <a:miter lim="800000"/>
            <a:headEnd/>
            <a:tailEnd/>
          </a:ln>
        </p:spPr>
        <p:txBody>
          <a:bodyPr wrap="none" anchor="ctr"/>
          <a:lstStyle>
            <a:lvl1pPr>
              <a:defRPr sz="2400">
                <a:solidFill>
                  <a:schemeClr val="tx1"/>
                </a:solidFill>
                <a:latin typeface="Calibri" pitchFamily="34" charset="0"/>
                <a:ea typeface="MS PGothic" pitchFamily="34" charset="-128"/>
              </a:defRPr>
            </a:lvl1pPr>
            <a:lvl2pPr marL="742950" indent="-285750">
              <a:defRPr sz="2400">
                <a:solidFill>
                  <a:schemeClr val="tx1"/>
                </a:solidFill>
                <a:latin typeface="Calibri" pitchFamily="34" charset="0"/>
                <a:ea typeface="MS PGothic" pitchFamily="34" charset="-128"/>
              </a:defRPr>
            </a:lvl2pPr>
            <a:lvl3pPr marL="1143000" indent="-228600">
              <a:defRPr sz="2400">
                <a:solidFill>
                  <a:schemeClr val="tx1"/>
                </a:solidFill>
                <a:latin typeface="Calibri" pitchFamily="34" charset="0"/>
                <a:ea typeface="MS PGothic" pitchFamily="34" charset="-128"/>
              </a:defRPr>
            </a:lvl3pPr>
            <a:lvl4pPr marL="1600200" indent="-228600">
              <a:defRPr sz="2400">
                <a:solidFill>
                  <a:schemeClr val="tx1"/>
                </a:solidFill>
                <a:latin typeface="Calibri" pitchFamily="34" charset="0"/>
                <a:ea typeface="MS PGothic" pitchFamily="34" charset="-128"/>
              </a:defRPr>
            </a:lvl4pPr>
            <a:lvl5pPr marL="2057400" indent="-228600">
              <a:defRPr sz="2400">
                <a:solidFill>
                  <a:schemeClr val="tx1"/>
                </a:solidFill>
                <a:latin typeface="Calibri" pitchFamily="34" charset="0"/>
                <a:ea typeface="MS PGothic" pitchFamily="34" charset="-128"/>
              </a:defRPr>
            </a:lvl5pPr>
            <a:lvl6pPr marL="2514600" indent="-228600" eaLnBrk="0" fontAlgn="base" hangingPunct="0">
              <a:spcBef>
                <a:spcPct val="0"/>
              </a:spcBef>
              <a:spcAft>
                <a:spcPct val="0"/>
              </a:spcAft>
              <a:defRPr sz="2400">
                <a:solidFill>
                  <a:schemeClr val="tx1"/>
                </a:solidFill>
                <a:latin typeface="Calibri" pitchFamily="34" charset="0"/>
                <a:ea typeface="MS PGothic" pitchFamily="34" charset="-128"/>
              </a:defRPr>
            </a:lvl6pPr>
            <a:lvl7pPr marL="2971800" indent="-228600" eaLnBrk="0" fontAlgn="base" hangingPunct="0">
              <a:spcBef>
                <a:spcPct val="0"/>
              </a:spcBef>
              <a:spcAft>
                <a:spcPct val="0"/>
              </a:spcAft>
              <a:defRPr sz="2400">
                <a:solidFill>
                  <a:schemeClr val="tx1"/>
                </a:solidFill>
                <a:latin typeface="Calibri" pitchFamily="34" charset="0"/>
                <a:ea typeface="MS PGothic" pitchFamily="34" charset="-128"/>
              </a:defRPr>
            </a:lvl7pPr>
            <a:lvl8pPr marL="3429000" indent="-228600" eaLnBrk="0" fontAlgn="base" hangingPunct="0">
              <a:spcBef>
                <a:spcPct val="0"/>
              </a:spcBef>
              <a:spcAft>
                <a:spcPct val="0"/>
              </a:spcAft>
              <a:defRPr sz="2400">
                <a:solidFill>
                  <a:schemeClr val="tx1"/>
                </a:solidFill>
                <a:latin typeface="Calibri" pitchFamily="34" charset="0"/>
                <a:ea typeface="MS PGothic" pitchFamily="34" charset="-128"/>
              </a:defRPr>
            </a:lvl8pPr>
            <a:lvl9pPr marL="3886200" indent="-228600" eaLnBrk="0" fontAlgn="base" hangingPunct="0">
              <a:spcBef>
                <a:spcPct val="0"/>
              </a:spcBef>
              <a:spcAft>
                <a:spcPct val="0"/>
              </a:spcAft>
              <a:defRPr sz="2400">
                <a:solidFill>
                  <a:schemeClr val="tx1"/>
                </a:solidFill>
                <a:latin typeface="Calibri" pitchFamily="34" charset="0"/>
                <a:ea typeface="MS PGothic" pitchFamily="34" charset="-128"/>
              </a:defRPr>
            </a:lvl9pPr>
          </a:lstStyle>
          <a:p>
            <a:pPr eaLnBrk="1" hangingPunct="1">
              <a:defRPr/>
            </a:pPr>
            <a:endParaRPr lang="de-DE" altLang="de-DE" sz="1800">
              <a:cs typeface="Arial" pitchFamily="34" charset="0"/>
            </a:endParaRPr>
          </a:p>
        </p:txBody>
      </p:sp>
      <p:sp>
        <p:nvSpPr>
          <p:cNvPr id="2" name="Titel 1"/>
          <p:cNvSpPr>
            <a:spLocks noGrp="1"/>
          </p:cNvSpPr>
          <p:nvPr>
            <p:ph type="title"/>
          </p:nvPr>
        </p:nvSpPr>
        <p:spPr>
          <a:xfrm>
            <a:off x="432001" y="1080000"/>
            <a:ext cx="11323407" cy="576000"/>
          </a:xfrm>
        </p:spPr>
        <p:txBody>
          <a:bodyPr lIns="0"/>
          <a:lstStyle/>
          <a:p>
            <a:r>
              <a:rPr lang="de-DE"/>
              <a:t>Mastertitelformat bearbeiten</a:t>
            </a:r>
            <a:endParaRPr lang="de-DE" dirty="0"/>
          </a:p>
        </p:txBody>
      </p:sp>
      <p:sp>
        <p:nvSpPr>
          <p:cNvPr id="16" name="Foliennummernplatzhalter 5"/>
          <p:cNvSpPr>
            <a:spLocks noGrp="1"/>
          </p:cNvSpPr>
          <p:nvPr>
            <p:ph type="sldNum" sz="quarter" idx="10"/>
          </p:nvPr>
        </p:nvSpPr>
        <p:spPr/>
        <p:txBody>
          <a:bodyPr/>
          <a:lstStyle>
            <a:lvl1pPr>
              <a:defRPr/>
            </a:lvl1pPr>
          </a:lstStyle>
          <a:p>
            <a:pPr>
              <a:defRPr/>
            </a:pPr>
            <a:fld id="{1D4B7358-837F-F449-96D9-6AA1275CBD5B}" type="slidenum">
              <a:rPr lang="de-DE" altLang="de-DE"/>
              <a:pPr>
                <a:defRPr/>
              </a:pPr>
              <a:t>‹Nr.›</a:t>
            </a:fld>
            <a:endParaRPr lang="de-DE" altLang="de-DE"/>
          </a:p>
        </p:txBody>
      </p:sp>
      <p:sp>
        <p:nvSpPr>
          <p:cNvPr id="17" name="Textplatzhalter 17"/>
          <p:cNvSpPr>
            <a:spLocks noGrp="1"/>
          </p:cNvSpPr>
          <p:nvPr>
            <p:ph type="body" sz="quarter" idx="11" hasCustomPrompt="1"/>
          </p:nvPr>
        </p:nvSpPr>
        <p:spPr>
          <a:xfrm>
            <a:off x="431801" y="1620001"/>
            <a:ext cx="11324167" cy="296832"/>
          </a:xfrm>
        </p:spPr>
        <p:txBody>
          <a:bodyPr/>
          <a:lstStyle>
            <a:lvl1pPr marL="0" indent="0">
              <a:buNone/>
              <a:defRPr/>
            </a:lvl1pPr>
          </a:lstStyle>
          <a:p>
            <a:pPr lvl="0"/>
            <a:r>
              <a:rPr lang="de-DE" altLang="de-DE" sz="1800" dirty="0">
                <a:latin typeface="Arial" charset="0"/>
                <a:ea typeface="MS PGothic" charset="-128"/>
                <a:cs typeface="Arial" charset="0"/>
              </a:rPr>
              <a:t>Textfeld</a:t>
            </a:r>
            <a:endParaRPr lang="de-DE" dirty="0"/>
          </a:p>
        </p:txBody>
      </p:sp>
      <p:sp>
        <p:nvSpPr>
          <p:cNvPr id="19" name="Textplatzhalter 18"/>
          <p:cNvSpPr>
            <a:spLocks noGrp="1"/>
          </p:cNvSpPr>
          <p:nvPr>
            <p:ph type="body" sz="quarter" idx="12"/>
          </p:nvPr>
        </p:nvSpPr>
        <p:spPr>
          <a:xfrm>
            <a:off x="719667" y="2275200"/>
            <a:ext cx="2015960" cy="1009784"/>
          </a:xfrm>
        </p:spPr>
        <p:txBody>
          <a:bodyPr/>
          <a:lstStyle>
            <a:lvl1pPr marL="0" indent="0">
              <a:buFontTx/>
              <a:buNone/>
              <a:defRPr sz="1600" b="1"/>
            </a:lvl1pPr>
          </a:lstStyle>
          <a:p>
            <a:pPr lvl="0"/>
            <a:endParaRPr lang="de-DE" dirty="0"/>
          </a:p>
        </p:txBody>
      </p:sp>
      <p:sp>
        <p:nvSpPr>
          <p:cNvPr id="20" name="Textplatzhalter 18"/>
          <p:cNvSpPr>
            <a:spLocks noGrp="1"/>
          </p:cNvSpPr>
          <p:nvPr>
            <p:ph type="body" sz="quarter" idx="13"/>
          </p:nvPr>
        </p:nvSpPr>
        <p:spPr>
          <a:xfrm>
            <a:off x="3600000" y="2275200"/>
            <a:ext cx="2015960" cy="1009784"/>
          </a:xfrm>
        </p:spPr>
        <p:txBody>
          <a:bodyPr/>
          <a:lstStyle>
            <a:lvl1pPr marL="0" indent="0">
              <a:buFontTx/>
              <a:buNone/>
              <a:defRPr sz="1600" b="1"/>
            </a:lvl1pPr>
          </a:lstStyle>
          <a:p>
            <a:pPr lvl="0"/>
            <a:endParaRPr lang="de-DE" dirty="0"/>
          </a:p>
        </p:txBody>
      </p:sp>
      <p:sp>
        <p:nvSpPr>
          <p:cNvPr id="21" name="Textplatzhalter 18"/>
          <p:cNvSpPr>
            <a:spLocks noGrp="1"/>
          </p:cNvSpPr>
          <p:nvPr>
            <p:ph type="body" sz="quarter" idx="14"/>
          </p:nvPr>
        </p:nvSpPr>
        <p:spPr>
          <a:xfrm>
            <a:off x="6480000" y="2275200"/>
            <a:ext cx="2015960" cy="1009784"/>
          </a:xfrm>
        </p:spPr>
        <p:txBody>
          <a:bodyPr/>
          <a:lstStyle>
            <a:lvl1pPr marL="0" indent="0">
              <a:buFontTx/>
              <a:buNone/>
              <a:defRPr sz="1600" b="1"/>
            </a:lvl1pPr>
          </a:lstStyle>
          <a:p>
            <a:pPr lvl="0"/>
            <a:endParaRPr lang="de-DE" dirty="0"/>
          </a:p>
        </p:txBody>
      </p:sp>
      <p:sp>
        <p:nvSpPr>
          <p:cNvPr id="22" name="Textplatzhalter 18"/>
          <p:cNvSpPr>
            <a:spLocks noGrp="1"/>
          </p:cNvSpPr>
          <p:nvPr>
            <p:ph type="body" sz="quarter" idx="15"/>
          </p:nvPr>
        </p:nvSpPr>
        <p:spPr>
          <a:xfrm>
            <a:off x="720000" y="4435200"/>
            <a:ext cx="2015960" cy="1009784"/>
          </a:xfrm>
        </p:spPr>
        <p:txBody>
          <a:bodyPr/>
          <a:lstStyle>
            <a:lvl1pPr marL="0" indent="0">
              <a:buFontTx/>
              <a:buNone/>
              <a:defRPr sz="1600" b="1"/>
            </a:lvl1pPr>
          </a:lstStyle>
          <a:p>
            <a:pPr lvl="0"/>
            <a:endParaRPr lang="de-DE" dirty="0"/>
          </a:p>
        </p:txBody>
      </p:sp>
      <p:sp>
        <p:nvSpPr>
          <p:cNvPr id="23" name="Textplatzhalter 18"/>
          <p:cNvSpPr>
            <a:spLocks noGrp="1"/>
          </p:cNvSpPr>
          <p:nvPr>
            <p:ph type="body" sz="quarter" idx="16"/>
          </p:nvPr>
        </p:nvSpPr>
        <p:spPr>
          <a:xfrm>
            <a:off x="3600000" y="4435200"/>
            <a:ext cx="2015960" cy="1009784"/>
          </a:xfrm>
        </p:spPr>
        <p:txBody>
          <a:bodyPr/>
          <a:lstStyle>
            <a:lvl1pPr marL="0" indent="0">
              <a:buFontTx/>
              <a:buNone/>
              <a:defRPr sz="1600" b="1"/>
            </a:lvl1pPr>
          </a:lstStyle>
          <a:p>
            <a:pPr lvl="0"/>
            <a:endParaRPr lang="de-DE" dirty="0"/>
          </a:p>
        </p:txBody>
      </p:sp>
      <p:sp>
        <p:nvSpPr>
          <p:cNvPr id="24" name="Textplatzhalter 18"/>
          <p:cNvSpPr>
            <a:spLocks noGrp="1"/>
          </p:cNvSpPr>
          <p:nvPr>
            <p:ph type="body" sz="quarter" idx="17"/>
          </p:nvPr>
        </p:nvSpPr>
        <p:spPr>
          <a:xfrm>
            <a:off x="6507781" y="4435200"/>
            <a:ext cx="2015960" cy="1009784"/>
          </a:xfrm>
        </p:spPr>
        <p:txBody>
          <a:bodyPr/>
          <a:lstStyle>
            <a:lvl1pPr marL="0" indent="0">
              <a:buFontTx/>
              <a:buNone/>
              <a:defRPr sz="1600" b="1"/>
            </a:lvl1pPr>
          </a:lstStyle>
          <a:p>
            <a:pPr lvl="0"/>
            <a:endParaRPr lang="de-DE" dirty="0"/>
          </a:p>
        </p:txBody>
      </p:sp>
    </p:spTree>
    <p:extLst>
      <p:ext uri="{BB962C8B-B14F-4D97-AF65-F5344CB8AC3E}">
        <p14:creationId xmlns:p14="http://schemas.microsoft.com/office/powerpoint/2010/main" val="1408562752"/>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3_Kapitelfolie">
    <p:spTree>
      <p:nvGrpSpPr>
        <p:cNvPr id="1" name=""/>
        <p:cNvGrpSpPr/>
        <p:nvPr/>
      </p:nvGrpSpPr>
      <p:grpSpPr>
        <a:xfrm>
          <a:off x="0" y="0"/>
          <a:ext cx="0" cy="0"/>
          <a:chOff x="0" y="0"/>
          <a:chExt cx="0" cy="0"/>
        </a:xfrm>
      </p:grpSpPr>
      <p:sp>
        <p:nvSpPr>
          <p:cNvPr id="3" name="Rectangle 5"/>
          <p:cNvSpPr>
            <a:spLocks noChangeArrowheads="1"/>
          </p:cNvSpPr>
          <p:nvPr userDrawn="1"/>
        </p:nvSpPr>
        <p:spPr bwMode="auto">
          <a:xfrm>
            <a:off x="1" y="6497638"/>
            <a:ext cx="12187767" cy="360362"/>
          </a:xfrm>
          <a:prstGeom prst="rect">
            <a:avLst/>
          </a:prstGeom>
          <a:solidFill>
            <a:srgbClr val="4A5C66"/>
          </a:solidFill>
          <a:ln>
            <a:noFill/>
          </a:ln>
        </p:spPr>
        <p:txBody>
          <a:bodyPr wrap="none" anchor="ctr"/>
          <a:lstStyle>
            <a:lvl1pPr>
              <a:defRPr sz="2400">
                <a:solidFill>
                  <a:schemeClr val="tx1"/>
                </a:solidFill>
                <a:latin typeface="Calibri" pitchFamily="34" charset="0"/>
                <a:ea typeface="MS PGothic" pitchFamily="34" charset="-128"/>
              </a:defRPr>
            </a:lvl1pPr>
            <a:lvl2pPr marL="742950" indent="-285750">
              <a:defRPr sz="2400">
                <a:solidFill>
                  <a:schemeClr val="tx1"/>
                </a:solidFill>
                <a:latin typeface="Calibri" pitchFamily="34" charset="0"/>
                <a:ea typeface="MS PGothic" pitchFamily="34" charset="-128"/>
              </a:defRPr>
            </a:lvl2pPr>
            <a:lvl3pPr marL="1143000" indent="-228600">
              <a:defRPr sz="2400">
                <a:solidFill>
                  <a:schemeClr val="tx1"/>
                </a:solidFill>
                <a:latin typeface="Calibri" pitchFamily="34" charset="0"/>
                <a:ea typeface="MS PGothic" pitchFamily="34" charset="-128"/>
              </a:defRPr>
            </a:lvl3pPr>
            <a:lvl4pPr marL="1600200" indent="-228600">
              <a:defRPr sz="2400">
                <a:solidFill>
                  <a:schemeClr val="tx1"/>
                </a:solidFill>
                <a:latin typeface="Calibri" pitchFamily="34" charset="0"/>
                <a:ea typeface="MS PGothic" pitchFamily="34" charset="-128"/>
              </a:defRPr>
            </a:lvl4pPr>
            <a:lvl5pPr marL="2057400" indent="-228600">
              <a:defRPr sz="2400">
                <a:solidFill>
                  <a:schemeClr val="tx1"/>
                </a:solidFill>
                <a:latin typeface="Calibri" pitchFamily="34" charset="0"/>
                <a:ea typeface="MS PGothic" pitchFamily="34" charset="-128"/>
              </a:defRPr>
            </a:lvl5pPr>
            <a:lvl6pPr marL="2514600" indent="-228600" eaLnBrk="0" fontAlgn="base" hangingPunct="0">
              <a:spcBef>
                <a:spcPct val="0"/>
              </a:spcBef>
              <a:spcAft>
                <a:spcPct val="0"/>
              </a:spcAft>
              <a:defRPr sz="2400">
                <a:solidFill>
                  <a:schemeClr val="tx1"/>
                </a:solidFill>
                <a:latin typeface="Calibri" pitchFamily="34" charset="0"/>
                <a:ea typeface="MS PGothic" pitchFamily="34" charset="-128"/>
              </a:defRPr>
            </a:lvl6pPr>
            <a:lvl7pPr marL="2971800" indent="-228600" eaLnBrk="0" fontAlgn="base" hangingPunct="0">
              <a:spcBef>
                <a:spcPct val="0"/>
              </a:spcBef>
              <a:spcAft>
                <a:spcPct val="0"/>
              </a:spcAft>
              <a:defRPr sz="2400">
                <a:solidFill>
                  <a:schemeClr val="tx1"/>
                </a:solidFill>
                <a:latin typeface="Calibri" pitchFamily="34" charset="0"/>
                <a:ea typeface="MS PGothic" pitchFamily="34" charset="-128"/>
              </a:defRPr>
            </a:lvl7pPr>
            <a:lvl8pPr marL="3429000" indent="-228600" eaLnBrk="0" fontAlgn="base" hangingPunct="0">
              <a:spcBef>
                <a:spcPct val="0"/>
              </a:spcBef>
              <a:spcAft>
                <a:spcPct val="0"/>
              </a:spcAft>
              <a:defRPr sz="2400">
                <a:solidFill>
                  <a:schemeClr val="tx1"/>
                </a:solidFill>
                <a:latin typeface="Calibri" pitchFamily="34" charset="0"/>
                <a:ea typeface="MS PGothic" pitchFamily="34" charset="-128"/>
              </a:defRPr>
            </a:lvl8pPr>
            <a:lvl9pPr marL="3886200" indent="-228600" eaLnBrk="0" fontAlgn="base" hangingPunct="0">
              <a:spcBef>
                <a:spcPct val="0"/>
              </a:spcBef>
              <a:spcAft>
                <a:spcPct val="0"/>
              </a:spcAft>
              <a:defRPr sz="2400">
                <a:solidFill>
                  <a:schemeClr val="tx1"/>
                </a:solidFill>
                <a:latin typeface="Calibri" pitchFamily="34" charset="0"/>
                <a:ea typeface="MS PGothic" pitchFamily="34" charset="-128"/>
              </a:defRPr>
            </a:lvl9pPr>
          </a:lstStyle>
          <a:p>
            <a:pPr eaLnBrk="1" hangingPunct="1">
              <a:defRPr/>
            </a:pPr>
            <a:endParaRPr lang="de-DE" altLang="de-DE" sz="1800">
              <a:cs typeface="Arial" pitchFamily="34" charset="0"/>
            </a:endParaRPr>
          </a:p>
        </p:txBody>
      </p:sp>
      <p:sp>
        <p:nvSpPr>
          <p:cNvPr id="5" name="Textfeld 2"/>
          <p:cNvSpPr txBox="1">
            <a:spLocks noChangeArrowheads="1"/>
          </p:cNvSpPr>
          <p:nvPr userDrawn="1"/>
        </p:nvSpPr>
        <p:spPr bwMode="auto">
          <a:xfrm>
            <a:off x="7727951" y="6548438"/>
            <a:ext cx="2882900" cy="266700"/>
          </a:xfrm>
          <a:prstGeom prst="rect">
            <a:avLst/>
          </a:prstGeom>
          <a:noFill/>
          <a:ln>
            <a:noFill/>
          </a:ln>
        </p:spPr>
        <p:txBody>
          <a:bodyPr>
            <a:spAutoFit/>
          </a:bodyPr>
          <a:lstStyle>
            <a:lvl1pPr eaLnBrk="0" hangingPunct="0">
              <a:defRPr>
                <a:solidFill>
                  <a:schemeClr val="tx1"/>
                </a:solidFill>
                <a:latin typeface="Calibri" pitchFamily="34" charset="0"/>
                <a:cs typeface="Arial" charset="0"/>
              </a:defRPr>
            </a:lvl1pPr>
            <a:lvl2pPr marL="742950" indent="-285750" eaLnBrk="0" hangingPunct="0">
              <a:defRPr>
                <a:solidFill>
                  <a:schemeClr val="tx1"/>
                </a:solidFill>
                <a:latin typeface="Calibri" pitchFamily="34" charset="0"/>
                <a:cs typeface="Arial" charset="0"/>
              </a:defRPr>
            </a:lvl2pPr>
            <a:lvl3pPr marL="1143000" indent="-228600" eaLnBrk="0" hangingPunct="0">
              <a:defRPr>
                <a:solidFill>
                  <a:schemeClr val="tx1"/>
                </a:solidFill>
                <a:latin typeface="Calibri" pitchFamily="34" charset="0"/>
                <a:cs typeface="Arial" charset="0"/>
              </a:defRPr>
            </a:lvl3pPr>
            <a:lvl4pPr marL="1600200" indent="-228600" eaLnBrk="0" hangingPunct="0">
              <a:defRPr>
                <a:solidFill>
                  <a:schemeClr val="tx1"/>
                </a:solidFill>
                <a:latin typeface="Calibri" pitchFamily="34" charset="0"/>
                <a:cs typeface="Arial" charset="0"/>
              </a:defRPr>
            </a:lvl4pPr>
            <a:lvl5pPr marL="2057400" indent="-228600" eaLnBrk="0" hangingPunct="0">
              <a:defRPr>
                <a:solidFill>
                  <a:schemeClr val="tx1"/>
                </a:solidFill>
                <a:latin typeface="Calibri" pitchFamily="34" charset="0"/>
                <a:cs typeface="Arial" charset="0"/>
              </a:defRPr>
            </a:lvl5pPr>
            <a:lvl6pPr marL="2514600" indent="-228600" eaLnBrk="0" fontAlgn="base" hangingPunct="0">
              <a:spcBef>
                <a:spcPct val="0"/>
              </a:spcBef>
              <a:spcAft>
                <a:spcPct val="0"/>
              </a:spcAft>
              <a:defRPr>
                <a:solidFill>
                  <a:schemeClr val="tx1"/>
                </a:solidFill>
                <a:latin typeface="Calibri" pitchFamily="34" charset="0"/>
                <a:cs typeface="Arial" charset="0"/>
              </a:defRPr>
            </a:lvl6pPr>
            <a:lvl7pPr marL="2971800" indent="-228600" eaLnBrk="0" fontAlgn="base" hangingPunct="0">
              <a:spcBef>
                <a:spcPct val="0"/>
              </a:spcBef>
              <a:spcAft>
                <a:spcPct val="0"/>
              </a:spcAft>
              <a:defRPr>
                <a:solidFill>
                  <a:schemeClr val="tx1"/>
                </a:solidFill>
                <a:latin typeface="Calibri" pitchFamily="34" charset="0"/>
                <a:cs typeface="Arial" charset="0"/>
              </a:defRPr>
            </a:lvl7pPr>
            <a:lvl8pPr marL="3429000" indent="-228600" eaLnBrk="0" fontAlgn="base" hangingPunct="0">
              <a:spcBef>
                <a:spcPct val="0"/>
              </a:spcBef>
              <a:spcAft>
                <a:spcPct val="0"/>
              </a:spcAft>
              <a:defRPr>
                <a:solidFill>
                  <a:schemeClr val="tx1"/>
                </a:solidFill>
                <a:latin typeface="Calibri" pitchFamily="34" charset="0"/>
                <a:cs typeface="Arial" charset="0"/>
              </a:defRPr>
            </a:lvl8pPr>
            <a:lvl9pPr marL="3886200" indent="-228600" eaLnBrk="0" fontAlgn="base" hangingPunct="0">
              <a:spcBef>
                <a:spcPct val="0"/>
              </a:spcBef>
              <a:spcAft>
                <a:spcPct val="0"/>
              </a:spcAft>
              <a:defRPr>
                <a:solidFill>
                  <a:schemeClr val="tx1"/>
                </a:solidFill>
                <a:latin typeface="Calibri" pitchFamily="34" charset="0"/>
                <a:cs typeface="Arial" charset="0"/>
              </a:defRPr>
            </a:lvl9pPr>
          </a:lstStyle>
          <a:p>
            <a:pPr eaLnBrk="1" hangingPunct="1">
              <a:defRPr/>
            </a:pPr>
            <a:r>
              <a:rPr lang="de-DE" sz="1100">
                <a:solidFill>
                  <a:schemeClr val="bg1"/>
                </a:solidFill>
                <a:latin typeface="Arial" charset="0"/>
                <a:ea typeface="+mn-ea"/>
              </a:rPr>
              <a:t>Aly Elbermawy</a:t>
            </a:r>
            <a:endParaRPr lang="de-DE" sz="1100" dirty="0">
              <a:solidFill>
                <a:schemeClr val="bg1"/>
              </a:solidFill>
              <a:latin typeface="Arial" charset="0"/>
              <a:ea typeface="+mn-ea"/>
            </a:endParaRPr>
          </a:p>
        </p:txBody>
      </p:sp>
      <p:sp>
        <p:nvSpPr>
          <p:cNvPr id="6" name="Textfeld 3"/>
          <p:cNvSpPr txBox="1">
            <a:spLocks noChangeArrowheads="1"/>
          </p:cNvSpPr>
          <p:nvPr userDrawn="1"/>
        </p:nvSpPr>
        <p:spPr bwMode="auto">
          <a:xfrm>
            <a:off x="10608734" y="6548438"/>
            <a:ext cx="768351" cy="266700"/>
          </a:xfrm>
          <a:prstGeom prst="rect">
            <a:avLst/>
          </a:prstGeom>
          <a:noFill/>
          <a:ln>
            <a:noFill/>
          </a:ln>
        </p:spPr>
        <p:txBody>
          <a:bodyPr>
            <a:spAutoFit/>
          </a:bodyPr>
          <a:lstStyle>
            <a:lvl1pPr eaLnBrk="0" hangingPunct="0">
              <a:defRPr>
                <a:solidFill>
                  <a:schemeClr val="tx1"/>
                </a:solidFill>
                <a:latin typeface="Calibri" pitchFamily="34" charset="0"/>
                <a:cs typeface="Arial" charset="0"/>
              </a:defRPr>
            </a:lvl1pPr>
            <a:lvl2pPr marL="742950" indent="-285750" eaLnBrk="0" hangingPunct="0">
              <a:defRPr>
                <a:solidFill>
                  <a:schemeClr val="tx1"/>
                </a:solidFill>
                <a:latin typeface="Calibri" pitchFamily="34" charset="0"/>
                <a:cs typeface="Arial" charset="0"/>
              </a:defRPr>
            </a:lvl2pPr>
            <a:lvl3pPr marL="1143000" indent="-228600" eaLnBrk="0" hangingPunct="0">
              <a:defRPr>
                <a:solidFill>
                  <a:schemeClr val="tx1"/>
                </a:solidFill>
                <a:latin typeface="Calibri" pitchFamily="34" charset="0"/>
                <a:cs typeface="Arial" charset="0"/>
              </a:defRPr>
            </a:lvl3pPr>
            <a:lvl4pPr marL="1600200" indent="-228600" eaLnBrk="0" hangingPunct="0">
              <a:defRPr>
                <a:solidFill>
                  <a:schemeClr val="tx1"/>
                </a:solidFill>
                <a:latin typeface="Calibri" pitchFamily="34" charset="0"/>
                <a:cs typeface="Arial" charset="0"/>
              </a:defRPr>
            </a:lvl4pPr>
            <a:lvl5pPr marL="2057400" indent="-228600" eaLnBrk="0" hangingPunct="0">
              <a:defRPr>
                <a:solidFill>
                  <a:schemeClr val="tx1"/>
                </a:solidFill>
                <a:latin typeface="Calibri" pitchFamily="34" charset="0"/>
                <a:cs typeface="Arial" charset="0"/>
              </a:defRPr>
            </a:lvl5pPr>
            <a:lvl6pPr marL="2514600" indent="-228600" eaLnBrk="0" fontAlgn="base" hangingPunct="0">
              <a:spcBef>
                <a:spcPct val="0"/>
              </a:spcBef>
              <a:spcAft>
                <a:spcPct val="0"/>
              </a:spcAft>
              <a:defRPr>
                <a:solidFill>
                  <a:schemeClr val="tx1"/>
                </a:solidFill>
                <a:latin typeface="Calibri" pitchFamily="34" charset="0"/>
                <a:cs typeface="Arial" charset="0"/>
              </a:defRPr>
            </a:lvl6pPr>
            <a:lvl7pPr marL="2971800" indent="-228600" eaLnBrk="0" fontAlgn="base" hangingPunct="0">
              <a:spcBef>
                <a:spcPct val="0"/>
              </a:spcBef>
              <a:spcAft>
                <a:spcPct val="0"/>
              </a:spcAft>
              <a:defRPr>
                <a:solidFill>
                  <a:schemeClr val="tx1"/>
                </a:solidFill>
                <a:latin typeface="Calibri" pitchFamily="34" charset="0"/>
                <a:cs typeface="Arial" charset="0"/>
              </a:defRPr>
            </a:lvl7pPr>
            <a:lvl8pPr marL="3429000" indent="-228600" eaLnBrk="0" fontAlgn="base" hangingPunct="0">
              <a:spcBef>
                <a:spcPct val="0"/>
              </a:spcBef>
              <a:spcAft>
                <a:spcPct val="0"/>
              </a:spcAft>
              <a:defRPr>
                <a:solidFill>
                  <a:schemeClr val="tx1"/>
                </a:solidFill>
                <a:latin typeface="Calibri" pitchFamily="34" charset="0"/>
                <a:cs typeface="Arial" charset="0"/>
              </a:defRPr>
            </a:lvl8pPr>
            <a:lvl9pPr marL="3886200" indent="-228600" eaLnBrk="0" fontAlgn="base" hangingPunct="0">
              <a:spcBef>
                <a:spcPct val="0"/>
              </a:spcBef>
              <a:spcAft>
                <a:spcPct val="0"/>
              </a:spcAft>
              <a:defRPr>
                <a:solidFill>
                  <a:schemeClr val="tx1"/>
                </a:solidFill>
                <a:latin typeface="Calibri" pitchFamily="34" charset="0"/>
                <a:cs typeface="Arial" charset="0"/>
              </a:defRPr>
            </a:lvl9pPr>
          </a:lstStyle>
          <a:p>
            <a:pPr eaLnBrk="1" hangingPunct="1">
              <a:defRPr/>
            </a:pPr>
            <a:r>
              <a:rPr lang="de-DE" sz="1100">
                <a:solidFill>
                  <a:schemeClr val="bg1"/>
                </a:solidFill>
                <a:latin typeface="Arial" charset="0"/>
                <a:ea typeface="+mn-ea"/>
              </a:rPr>
              <a:t>Seite</a:t>
            </a:r>
          </a:p>
        </p:txBody>
      </p:sp>
      <p:pic>
        <p:nvPicPr>
          <p:cNvPr id="7" name="Grafik 2"/>
          <p:cNvPicPr>
            <a:picLocks noChangeAspect="1"/>
          </p:cNvPicPr>
          <p:nvPr userDrawn="1"/>
        </p:nvPicPr>
        <p:blipFill>
          <a:blip r:embed="rId2" cstate="print">
            <a:extLst>
              <a:ext uri="{28A0092B-C50C-407E-A947-70E740481C1C}">
                <a14:useLocalDpi xmlns:a14="http://schemas.microsoft.com/office/drawing/2010/main" val="0"/>
              </a:ext>
            </a:extLst>
          </a:blip>
          <a:srcRect/>
          <a:stretch>
            <a:fillRect/>
          </a:stretch>
        </p:blipFill>
        <p:spPr bwMode="auto">
          <a:xfrm>
            <a:off x="480484" y="6599238"/>
            <a:ext cx="1921933" cy="127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8" name="Rectangle 7"/>
          <p:cNvSpPr>
            <a:spLocks noChangeArrowheads="1"/>
          </p:cNvSpPr>
          <p:nvPr userDrawn="1"/>
        </p:nvSpPr>
        <p:spPr bwMode="auto">
          <a:xfrm>
            <a:off x="431800" y="2114574"/>
            <a:ext cx="2616200" cy="1962150"/>
          </a:xfrm>
          <a:prstGeom prst="rect">
            <a:avLst/>
          </a:prstGeom>
          <a:solidFill>
            <a:srgbClr val="4A5C66"/>
          </a:solidFill>
          <a:ln w="6350">
            <a:solidFill>
              <a:srgbClr val="4A5C66"/>
            </a:solidFill>
            <a:miter lim="800000"/>
            <a:headEnd/>
            <a:tailEnd/>
          </a:ln>
        </p:spPr>
        <p:txBody>
          <a:bodyPr wrap="none" anchor="ctr"/>
          <a:lstStyle>
            <a:lvl1pPr>
              <a:defRPr sz="2400">
                <a:solidFill>
                  <a:schemeClr val="tx1"/>
                </a:solidFill>
                <a:latin typeface="Calibri" pitchFamily="34" charset="0"/>
                <a:ea typeface="MS PGothic" pitchFamily="34" charset="-128"/>
              </a:defRPr>
            </a:lvl1pPr>
            <a:lvl2pPr marL="742950" indent="-285750">
              <a:defRPr sz="2400">
                <a:solidFill>
                  <a:schemeClr val="tx1"/>
                </a:solidFill>
                <a:latin typeface="Calibri" pitchFamily="34" charset="0"/>
                <a:ea typeface="MS PGothic" pitchFamily="34" charset="-128"/>
              </a:defRPr>
            </a:lvl2pPr>
            <a:lvl3pPr marL="1143000" indent="-228600">
              <a:defRPr sz="2400">
                <a:solidFill>
                  <a:schemeClr val="tx1"/>
                </a:solidFill>
                <a:latin typeface="Calibri" pitchFamily="34" charset="0"/>
                <a:ea typeface="MS PGothic" pitchFamily="34" charset="-128"/>
              </a:defRPr>
            </a:lvl3pPr>
            <a:lvl4pPr marL="1600200" indent="-228600">
              <a:defRPr sz="2400">
                <a:solidFill>
                  <a:schemeClr val="tx1"/>
                </a:solidFill>
                <a:latin typeface="Calibri" pitchFamily="34" charset="0"/>
                <a:ea typeface="MS PGothic" pitchFamily="34" charset="-128"/>
              </a:defRPr>
            </a:lvl4pPr>
            <a:lvl5pPr marL="2057400" indent="-228600">
              <a:defRPr sz="2400">
                <a:solidFill>
                  <a:schemeClr val="tx1"/>
                </a:solidFill>
                <a:latin typeface="Calibri" pitchFamily="34" charset="0"/>
                <a:ea typeface="MS PGothic" pitchFamily="34" charset="-128"/>
              </a:defRPr>
            </a:lvl5pPr>
            <a:lvl6pPr marL="2514600" indent="-228600" eaLnBrk="0" fontAlgn="base" hangingPunct="0">
              <a:spcBef>
                <a:spcPct val="0"/>
              </a:spcBef>
              <a:spcAft>
                <a:spcPct val="0"/>
              </a:spcAft>
              <a:defRPr sz="2400">
                <a:solidFill>
                  <a:schemeClr val="tx1"/>
                </a:solidFill>
                <a:latin typeface="Calibri" pitchFamily="34" charset="0"/>
                <a:ea typeface="MS PGothic" pitchFamily="34" charset="-128"/>
              </a:defRPr>
            </a:lvl6pPr>
            <a:lvl7pPr marL="2971800" indent="-228600" eaLnBrk="0" fontAlgn="base" hangingPunct="0">
              <a:spcBef>
                <a:spcPct val="0"/>
              </a:spcBef>
              <a:spcAft>
                <a:spcPct val="0"/>
              </a:spcAft>
              <a:defRPr sz="2400">
                <a:solidFill>
                  <a:schemeClr val="tx1"/>
                </a:solidFill>
                <a:latin typeface="Calibri" pitchFamily="34" charset="0"/>
                <a:ea typeface="MS PGothic" pitchFamily="34" charset="-128"/>
              </a:defRPr>
            </a:lvl7pPr>
            <a:lvl8pPr marL="3429000" indent="-228600" eaLnBrk="0" fontAlgn="base" hangingPunct="0">
              <a:spcBef>
                <a:spcPct val="0"/>
              </a:spcBef>
              <a:spcAft>
                <a:spcPct val="0"/>
              </a:spcAft>
              <a:defRPr sz="2400">
                <a:solidFill>
                  <a:schemeClr val="tx1"/>
                </a:solidFill>
                <a:latin typeface="Calibri" pitchFamily="34" charset="0"/>
                <a:ea typeface="MS PGothic" pitchFamily="34" charset="-128"/>
              </a:defRPr>
            </a:lvl8pPr>
            <a:lvl9pPr marL="3886200" indent="-228600" eaLnBrk="0" fontAlgn="base" hangingPunct="0">
              <a:spcBef>
                <a:spcPct val="0"/>
              </a:spcBef>
              <a:spcAft>
                <a:spcPct val="0"/>
              </a:spcAft>
              <a:defRPr sz="2400">
                <a:solidFill>
                  <a:schemeClr val="tx1"/>
                </a:solidFill>
                <a:latin typeface="Calibri" pitchFamily="34" charset="0"/>
                <a:ea typeface="MS PGothic" pitchFamily="34" charset="-128"/>
              </a:defRPr>
            </a:lvl9pPr>
          </a:lstStyle>
          <a:p>
            <a:pPr eaLnBrk="1" hangingPunct="1">
              <a:defRPr/>
            </a:pPr>
            <a:endParaRPr lang="de-DE" altLang="de-DE" sz="1800">
              <a:cs typeface="Arial" pitchFamily="34" charset="0"/>
            </a:endParaRPr>
          </a:p>
        </p:txBody>
      </p:sp>
      <p:sp>
        <p:nvSpPr>
          <p:cNvPr id="9" name="Rectangle 10"/>
          <p:cNvSpPr>
            <a:spLocks noChangeArrowheads="1"/>
          </p:cNvSpPr>
          <p:nvPr userDrawn="1"/>
        </p:nvSpPr>
        <p:spPr bwMode="auto">
          <a:xfrm>
            <a:off x="3310467" y="2114574"/>
            <a:ext cx="2616200" cy="1962150"/>
          </a:xfrm>
          <a:prstGeom prst="rect">
            <a:avLst/>
          </a:prstGeom>
          <a:solidFill>
            <a:srgbClr val="4A5C66"/>
          </a:solidFill>
          <a:ln w="6350">
            <a:solidFill>
              <a:srgbClr val="4A5C66"/>
            </a:solidFill>
            <a:miter lim="800000"/>
            <a:headEnd/>
            <a:tailEnd/>
          </a:ln>
        </p:spPr>
        <p:txBody>
          <a:bodyPr wrap="none" anchor="ctr"/>
          <a:lstStyle>
            <a:lvl1pPr>
              <a:defRPr sz="2400">
                <a:solidFill>
                  <a:schemeClr val="tx1"/>
                </a:solidFill>
                <a:latin typeface="Calibri" pitchFamily="34" charset="0"/>
                <a:ea typeface="MS PGothic" pitchFamily="34" charset="-128"/>
              </a:defRPr>
            </a:lvl1pPr>
            <a:lvl2pPr marL="742950" indent="-285750">
              <a:defRPr sz="2400">
                <a:solidFill>
                  <a:schemeClr val="tx1"/>
                </a:solidFill>
                <a:latin typeface="Calibri" pitchFamily="34" charset="0"/>
                <a:ea typeface="MS PGothic" pitchFamily="34" charset="-128"/>
              </a:defRPr>
            </a:lvl2pPr>
            <a:lvl3pPr marL="1143000" indent="-228600">
              <a:defRPr sz="2400">
                <a:solidFill>
                  <a:schemeClr val="tx1"/>
                </a:solidFill>
                <a:latin typeface="Calibri" pitchFamily="34" charset="0"/>
                <a:ea typeface="MS PGothic" pitchFamily="34" charset="-128"/>
              </a:defRPr>
            </a:lvl3pPr>
            <a:lvl4pPr marL="1600200" indent="-228600">
              <a:defRPr sz="2400">
                <a:solidFill>
                  <a:schemeClr val="tx1"/>
                </a:solidFill>
                <a:latin typeface="Calibri" pitchFamily="34" charset="0"/>
                <a:ea typeface="MS PGothic" pitchFamily="34" charset="-128"/>
              </a:defRPr>
            </a:lvl4pPr>
            <a:lvl5pPr marL="2057400" indent="-228600">
              <a:defRPr sz="2400">
                <a:solidFill>
                  <a:schemeClr val="tx1"/>
                </a:solidFill>
                <a:latin typeface="Calibri" pitchFamily="34" charset="0"/>
                <a:ea typeface="MS PGothic" pitchFamily="34" charset="-128"/>
              </a:defRPr>
            </a:lvl5pPr>
            <a:lvl6pPr marL="2514600" indent="-228600" eaLnBrk="0" fontAlgn="base" hangingPunct="0">
              <a:spcBef>
                <a:spcPct val="0"/>
              </a:spcBef>
              <a:spcAft>
                <a:spcPct val="0"/>
              </a:spcAft>
              <a:defRPr sz="2400">
                <a:solidFill>
                  <a:schemeClr val="tx1"/>
                </a:solidFill>
                <a:latin typeface="Calibri" pitchFamily="34" charset="0"/>
                <a:ea typeface="MS PGothic" pitchFamily="34" charset="-128"/>
              </a:defRPr>
            </a:lvl6pPr>
            <a:lvl7pPr marL="2971800" indent="-228600" eaLnBrk="0" fontAlgn="base" hangingPunct="0">
              <a:spcBef>
                <a:spcPct val="0"/>
              </a:spcBef>
              <a:spcAft>
                <a:spcPct val="0"/>
              </a:spcAft>
              <a:defRPr sz="2400">
                <a:solidFill>
                  <a:schemeClr val="tx1"/>
                </a:solidFill>
                <a:latin typeface="Calibri" pitchFamily="34" charset="0"/>
                <a:ea typeface="MS PGothic" pitchFamily="34" charset="-128"/>
              </a:defRPr>
            </a:lvl7pPr>
            <a:lvl8pPr marL="3429000" indent="-228600" eaLnBrk="0" fontAlgn="base" hangingPunct="0">
              <a:spcBef>
                <a:spcPct val="0"/>
              </a:spcBef>
              <a:spcAft>
                <a:spcPct val="0"/>
              </a:spcAft>
              <a:defRPr sz="2400">
                <a:solidFill>
                  <a:schemeClr val="tx1"/>
                </a:solidFill>
                <a:latin typeface="Calibri" pitchFamily="34" charset="0"/>
                <a:ea typeface="MS PGothic" pitchFamily="34" charset="-128"/>
              </a:defRPr>
            </a:lvl8pPr>
            <a:lvl9pPr marL="3886200" indent="-228600" eaLnBrk="0" fontAlgn="base" hangingPunct="0">
              <a:spcBef>
                <a:spcPct val="0"/>
              </a:spcBef>
              <a:spcAft>
                <a:spcPct val="0"/>
              </a:spcAft>
              <a:defRPr sz="2400">
                <a:solidFill>
                  <a:schemeClr val="tx1"/>
                </a:solidFill>
                <a:latin typeface="Calibri" pitchFamily="34" charset="0"/>
                <a:ea typeface="MS PGothic" pitchFamily="34" charset="-128"/>
              </a:defRPr>
            </a:lvl9pPr>
          </a:lstStyle>
          <a:p>
            <a:pPr eaLnBrk="1" hangingPunct="1">
              <a:defRPr/>
            </a:pPr>
            <a:endParaRPr lang="de-DE" altLang="de-DE" sz="1800">
              <a:cs typeface="Arial" pitchFamily="34" charset="0"/>
            </a:endParaRPr>
          </a:p>
        </p:txBody>
      </p:sp>
      <p:sp>
        <p:nvSpPr>
          <p:cNvPr id="10" name="Rectangle 11"/>
          <p:cNvSpPr>
            <a:spLocks noChangeArrowheads="1"/>
          </p:cNvSpPr>
          <p:nvPr userDrawn="1"/>
        </p:nvSpPr>
        <p:spPr bwMode="auto">
          <a:xfrm>
            <a:off x="6191251" y="2114574"/>
            <a:ext cx="2616200" cy="1962150"/>
          </a:xfrm>
          <a:prstGeom prst="rect">
            <a:avLst/>
          </a:prstGeom>
          <a:solidFill>
            <a:srgbClr val="4A5C66"/>
          </a:solidFill>
          <a:ln w="6350">
            <a:solidFill>
              <a:srgbClr val="4A5C66"/>
            </a:solidFill>
            <a:miter lim="800000"/>
            <a:headEnd/>
            <a:tailEnd/>
          </a:ln>
        </p:spPr>
        <p:txBody>
          <a:bodyPr wrap="none" anchor="ctr"/>
          <a:lstStyle>
            <a:lvl1pPr>
              <a:defRPr sz="2400">
                <a:solidFill>
                  <a:schemeClr val="tx1"/>
                </a:solidFill>
                <a:latin typeface="Calibri" pitchFamily="34" charset="0"/>
                <a:ea typeface="MS PGothic" pitchFamily="34" charset="-128"/>
              </a:defRPr>
            </a:lvl1pPr>
            <a:lvl2pPr marL="742950" indent="-285750">
              <a:defRPr sz="2400">
                <a:solidFill>
                  <a:schemeClr val="tx1"/>
                </a:solidFill>
                <a:latin typeface="Calibri" pitchFamily="34" charset="0"/>
                <a:ea typeface="MS PGothic" pitchFamily="34" charset="-128"/>
              </a:defRPr>
            </a:lvl2pPr>
            <a:lvl3pPr marL="1143000" indent="-228600">
              <a:defRPr sz="2400">
                <a:solidFill>
                  <a:schemeClr val="tx1"/>
                </a:solidFill>
                <a:latin typeface="Calibri" pitchFamily="34" charset="0"/>
                <a:ea typeface="MS PGothic" pitchFamily="34" charset="-128"/>
              </a:defRPr>
            </a:lvl3pPr>
            <a:lvl4pPr marL="1600200" indent="-228600">
              <a:defRPr sz="2400">
                <a:solidFill>
                  <a:schemeClr val="tx1"/>
                </a:solidFill>
                <a:latin typeface="Calibri" pitchFamily="34" charset="0"/>
                <a:ea typeface="MS PGothic" pitchFamily="34" charset="-128"/>
              </a:defRPr>
            </a:lvl4pPr>
            <a:lvl5pPr marL="2057400" indent="-228600">
              <a:defRPr sz="2400">
                <a:solidFill>
                  <a:schemeClr val="tx1"/>
                </a:solidFill>
                <a:latin typeface="Calibri" pitchFamily="34" charset="0"/>
                <a:ea typeface="MS PGothic" pitchFamily="34" charset="-128"/>
              </a:defRPr>
            </a:lvl5pPr>
            <a:lvl6pPr marL="2514600" indent="-228600" eaLnBrk="0" fontAlgn="base" hangingPunct="0">
              <a:spcBef>
                <a:spcPct val="0"/>
              </a:spcBef>
              <a:spcAft>
                <a:spcPct val="0"/>
              </a:spcAft>
              <a:defRPr sz="2400">
                <a:solidFill>
                  <a:schemeClr val="tx1"/>
                </a:solidFill>
                <a:latin typeface="Calibri" pitchFamily="34" charset="0"/>
                <a:ea typeface="MS PGothic" pitchFamily="34" charset="-128"/>
              </a:defRPr>
            </a:lvl6pPr>
            <a:lvl7pPr marL="2971800" indent="-228600" eaLnBrk="0" fontAlgn="base" hangingPunct="0">
              <a:spcBef>
                <a:spcPct val="0"/>
              </a:spcBef>
              <a:spcAft>
                <a:spcPct val="0"/>
              </a:spcAft>
              <a:defRPr sz="2400">
                <a:solidFill>
                  <a:schemeClr val="tx1"/>
                </a:solidFill>
                <a:latin typeface="Calibri" pitchFamily="34" charset="0"/>
                <a:ea typeface="MS PGothic" pitchFamily="34" charset="-128"/>
              </a:defRPr>
            </a:lvl7pPr>
            <a:lvl8pPr marL="3429000" indent="-228600" eaLnBrk="0" fontAlgn="base" hangingPunct="0">
              <a:spcBef>
                <a:spcPct val="0"/>
              </a:spcBef>
              <a:spcAft>
                <a:spcPct val="0"/>
              </a:spcAft>
              <a:defRPr sz="2400">
                <a:solidFill>
                  <a:schemeClr val="tx1"/>
                </a:solidFill>
                <a:latin typeface="Calibri" pitchFamily="34" charset="0"/>
                <a:ea typeface="MS PGothic" pitchFamily="34" charset="-128"/>
              </a:defRPr>
            </a:lvl8pPr>
            <a:lvl9pPr marL="3886200" indent="-228600" eaLnBrk="0" fontAlgn="base" hangingPunct="0">
              <a:spcBef>
                <a:spcPct val="0"/>
              </a:spcBef>
              <a:spcAft>
                <a:spcPct val="0"/>
              </a:spcAft>
              <a:defRPr sz="2400">
                <a:solidFill>
                  <a:schemeClr val="tx1"/>
                </a:solidFill>
                <a:latin typeface="Calibri" pitchFamily="34" charset="0"/>
                <a:ea typeface="MS PGothic" pitchFamily="34" charset="-128"/>
              </a:defRPr>
            </a:lvl9pPr>
          </a:lstStyle>
          <a:p>
            <a:pPr eaLnBrk="1" hangingPunct="1">
              <a:defRPr/>
            </a:pPr>
            <a:endParaRPr lang="de-DE" altLang="de-DE" sz="1800">
              <a:cs typeface="Arial" pitchFamily="34" charset="0"/>
            </a:endParaRPr>
          </a:p>
        </p:txBody>
      </p:sp>
      <p:sp>
        <p:nvSpPr>
          <p:cNvPr id="11" name="Rectangle 12"/>
          <p:cNvSpPr>
            <a:spLocks noChangeArrowheads="1"/>
          </p:cNvSpPr>
          <p:nvPr userDrawn="1"/>
        </p:nvSpPr>
        <p:spPr bwMode="auto">
          <a:xfrm>
            <a:off x="9069917" y="2114574"/>
            <a:ext cx="2616200" cy="1962150"/>
          </a:xfrm>
          <a:prstGeom prst="rect">
            <a:avLst/>
          </a:prstGeom>
          <a:solidFill>
            <a:srgbClr val="4A5C66"/>
          </a:solidFill>
          <a:ln w="6350">
            <a:solidFill>
              <a:srgbClr val="4A5C66"/>
            </a:solidFill>
            <a:miter lim="800000"/>
            <a:headEnd/>
            <a:tailEnd/>
          </a:ln>
        </p:spPr>
        <p:txBody>
          <a:bodyPr wrap="none" anchor="ctr"/>
          <a:lstStyle>
            <a:lvl1pPr>
              <a:defRPr sz="2400">
                <a:solidFill>
                  <a:schemeClr val="tx1"/>
                </a:solidFill>
                <a:latin typeface="Calibri" pitchFamily="34" charset="0"/>
                <a:ea typeface="MS PGothic" pitchFamily="34" charset="-128"/>
              </a:defRPr>
            </a:lvl1pPr>
            <a:lvl2pPr marL="742950" indent="-285750">
              <a:defRPr sz="2400">
                <a:solidFill>
                  <a:schemeClr val="tx1"/>
                </a:solidFill>
                <a:latin typeface="Calibri" pitchFamily="34" charset="0"/>
                <a:ea typeface="MS PGothic" pitchFamily="34" charset="-128"/>
              </a:defRPr>
            </a:lvl2pPr>
            <a:lvl3pPr marL="1143000" indent="-228600">
              <a:defRPr sz="2400">
                <a:solidFill>
                  <a:schemeClr val="tx1"/>
                </a:solidFill>
                <a:latin typeface="Calibri" pitchFamily="34" charset="0"/>
                <a:ea typeface="MS PGothic" pitchFamily="34" charset="-128"/>
              </a:defRPr>
            </a:lvl3pPr>
            <a:lvl4pPr marL="1600200" indent="-228600">
              <a:defRPr sz="2400">
                <a:solidFill>
                  <a:schemeClr val="tx1"/>
                </a:solidFill>
                <a:latin typeface="Calibri" pitchFamily="34" charset="0"/>
                <a:ea typeface="MS PGothic" pitchFamily="34" charset="-128"/>
              </a:defRPr>
            </a:lvl4pPr>
            <a:lvl5pPr marL="2057400" indent="-228600">
              <a:defRPr sz="2400">
                <a:solidFill>
                  <a:schemeClr val="tx1"/>
                </a:solidFill>
                <a:latin typeface="Calibri" pitchFamily="34" charset="0"/>
                <a:ea typeface="MS PGothic" pitchFamily="34" charset="-128"/>
              </a:defRPr>
            </a:lvl5pPr>
            <a:lvl6pPr marL="2514600" indent="-228600" eaLnBrk="0" fontAlgn="base" hangingPunct="0">
              <a:spcBef>
                <a:spcPct val="0"/>
              </a:spcBef>
              <a:spcAft>
                <a:spcPct val="0"/>
              </a:spcAft>
              <a:defRPr sz="2400">
                <a:solidFill>
                  <a:schemeClr val="tx1"/>
                </a:solidFill>
                <a:latin typeface="Calibri" pitchFamily="34" charset="0"/>
                <a:ea typeface="MS PGothic" pitchFamily="34" charset="-128"/>
              </a:defRPr>
            </a:lvl6pPr>
            <a:lvl7pPr marL="2971800" indent="-228600" eaLnBrk="0" fontAlgn="base" hangingPunct="0">
              <a:spcBef>
                <a:spcPct val="0"/>
              </a:spcBef>
              <a:spcAft>
                <a:spcPct val="0"/>
              </a:spcAft>
              <a:defRPr sz="2400">
                <a:solidFill>
                  <a:schemeClr val="tx1"/>
                </a:solidFill>
                <a:latin typeface="Calibri" pitchFamily="34" charset="0"/>
                <a:ea typeface="MS PGothic" pitchFamily="34" charset="-128"/>
              </a:defRPr>
            </a:lvl7pPr>
            <a:lvl8pPr marL="3429000" indent="-228600" eaLnBrk="0" fontAlgn="base" hangingPunct="0">
              <a:spcBef>
                <a:spcPct val="0"/>
              </a:spcBef>
              <a:spcAft>
                <a:spcPct val="0"/>
              </a:spcAft>
              <a:defRPr sz="2400">
                <a:solidFill>
                  <a:schemeClr val="tx1"/>
                </a:solidFill>
                <a:latin typeface="Calibri" pitchFamily="34" charset="0"/>
                <a:ea typeface="MS PGothic" pitchFamily="34" charset="-128"/>
              </a:defRPr>
            </a:lvl8pPr>
            <a:lvl9pPr marL="3886200" indent="-228600" eaLnBrk="0" fontAlgn="base" hangingPunct="0">
              <a:spcBef>
                <a:spcPct val="0"/>
              </a:spcBef>
              <a:spcAft>
                <a:spcPct val="0"/>
              </a:spcAft>
              <a:defRPr sz="2400">
                <a:solidFill>
                  <a:schemeClr val="tx1"/>
                </a:solidFill>
                <a:latin typeface="Calibri" pitchFamily="34" charset="0"/>
                <a:ea typeface="MS PGothic" pitchFamily="34" charset="-128"/>
              </a:defRPr>
            </a:lvl9pPr>
          </a:lstStyle>
          <a:p>
            <a:pPr eaLnBrk="1" hangingPunct="1">
              <a:defRPr/>
            </a:pPr>
            <a:endParaRPr lang="de-DE" altLang="de-DE" sz="1800">
              <a:cs typeface="Arial" pitchFamily="34" charset="0"/>
            </a:endParaRPr>
          </a:p>
        </p:txBody>
      </p:sp>
      <p:sp>
        <p:nvSpPr>
          <p:cNvPr id="12" name="Rectangle 13"/>
          <p:cNvSpPr>
            <a:spLocks noChangeArrowheads="1"/>
          </p:cNvSpPr>
          <p:nvPr userDrawn="1"/>
        </p:nvSpPr>
        <p:spPr bwMode="auto">
          <a:xfrm>
            <a:off x="431800" y="4275162"/>
            <a:ext cx="2616200" cy="1962150"/>
          </a:xfrm>
          <a:prstGeom prst="rect">
            <a:avLst/>
          </a:prstGeom>
          <a:solidFill>
            <a:srgbClr val="4A5C66"/>
          </a:solidFill>
          <a:ln w="6350">
            <a:solidFill>
              <a:srgbClr val="4A5C66"/>
            </a:solidFill>
            <a:miter lim="800000"/>
            <a:headEnd/>
            <a:tailEnd/>
          </a:ln>
        </p:spPr>
        <p:txBody>
          <a:bodyPr wrap="none" anchor="ctr"/>
          <a:lstStyle>
            <a:lvl1pPr>
              <a:defRPr sz="2400">
                <a:solidFill>
                  <a:schemeClr val="tx1"/>
                </a:solidFill>
                <a:latin typeface="Calibri" pitchFamily="34" charset="0"/>
                <a:ea typeface="MS PGothic" pitchFamily="34" charset="-128"/>
              </a:defRPr>
            </a:lvl1pPr>
            <a:lvl2pPr marL="742950" indent="-285750">
              <a:defRPr sz="2400">
                <a:solidFill>
                  <a:schemeClr val="tx1"/>
                </a:solidFill>
                <a:latin typeface="Calibri" pitchFamily="34" charset="0"/>
                <a:ea typeface="MS PGothic" pitchFamily="34" charset="-128"/>
              </a:defRPr>
            </a:lvl2pPr>
            <a:lvl3pPr marL="1143000" indent="-228600">
              <a:defRPr sz="2400">
                <a:solidFill>
                  <a:schemeClr val="tx1"/>
                </a:solidFill>
                <a:latin typeface="Calibri" pitchFamily="34" charset="0"/>
                <a:ea typeface="MS PGothic" pitchFamily="34" charset="-128"/>
              </a:defRPr>
            </a:lvl3pPr>
            <a:lvl4pPr marL="1600200" indent="-228600">
              <a:defRPr sz="2400">
                <a:solidFill>
                  <a:schemeClr val="tx1"/>
                </a:solidFill>
                <a:latin typeface="Calibri" pitchFamily="34" charset="0"/>
                <a:ea typeface="MS PGothic" pitchFamily="34" charset="-128"/>
              </a:defRPr>
            </a:lvl4pPr>
            <a:lvl5pPr marL="2057400" indent="-228600">
              <a:defRPr sz="2400">
                <a:solidFill>
                  <a:schemeClr val="tx1"/>
                </a:solidFill>
                <a:latin typeface="Calibri" pitchFamily="34" charset="0"/>
                <a:ea typeface="MS PGothic" pitchFamily="34" charset="-128"/>
              </a:defRPr>
            </a:lvl5pPr>
            <a:lvl6pPr marL="2514600" indent="-228600" eaLnBrk="0" fontAlgn="base" hangingPunct="0">
              <a:spcBef>
                <a:spcPct val="0"/>
              </a:spcBef>
              <a:spcAft>
                <a:spcPct val="0"/>
              </a:spcAft>
              <a:defRPr sz="2400">
                <a:solidFill>
                  <a:schemeClr val="tx1"/>
                </a:solidFill>
                <a:latin typeface="Calibri" pitchFamily="34" charset="0"/>
                <a:ea typeface="MS PGothic" pitchFamily="34" charset="-128"/>
              </a:defRPr>
            </a:lvl6pPr>
            <a:lvl7pPr marL="2971800" indent="-228600" eaLnBrk="0" fontAlgn="base" hangingPunct="0">
              <a:spcBef>
                <a:spcPct val="0"/>
              </a:spcBef>
              <a:spcAft>
                <a:spcPct val="0"/>
              </a:spcAft>
              <a:defRPr sz="2400">
                <a:solidFill>
                  <a:schemeClr val="tx1"/>
                </a:solidFill>
                <a:latin typeface="Calibri" pitchFamily="34" charset="0"/>
                <a:ea typeface="MS PGothic" pitchFamily="34" charset="-128"/>
              </a:defRPr>
            </a:lvl7pPr>
            <a:lvl8pPr marL="3429000" indent="-228600" eaLnBrk="0" fontAlgn="base" hangingPunct="0">
              <a:spcBef>
                <a:spcPct val="0"/>
              </a:spcBef>
              <a:spcAft>
                <a:spcPct val="0"/>
              </a:spcAft>
              <a:defRPr sz="2400">
                <a:solidFill>
                  <a:schemeClr val="tx1"/>
                </a:solidFill>
                <a:latin typeface="Calibri" pitchFamily="34" charset="0"/>
                <a:ea typeface="MS PGothic" pitchFamily="34" charset="-128"/>
              </a:defRPr>
            </a:lvl8pPr>
            <a:lvl9pPr marL="3886200" indent="-228600" eaLnBrk="0" fontAlgn="base" hangingPunct="0">
              <a:spcBef>
                <a:spcPct val="0"/>
              </a:spcBef>
              <a:spcAft>
                <a:spcPct val="0"/>
              </a:spcAft>
              <a:defRPr sz="2400">
                <a:solidFill>
                  <a:schemeClr val="tx1"/>
                </a:solidFill>
                <a:latin typeface="Calibri" pitchFamily="34" charset="0"/>
                <a:ea typeface="MS PGothic" pitchFamily="34" charset="-128"/>
              </a:defRPr>
            </a:lvl9pPr>
          </a:lstStyle>
          <a:p>
            <a:pPr eaLnBrk="1" hangingPunct="1">
              <a:defRPr/>
            </a:pPr>
            <a:endParaRPr lang="de-DE" altLang="de-DE" sz="1800">
              <a:cs typeface="Arial" pitchFamily="34" charset="0"/>
            </a:endParaRPr>
          </a:p>
        </p:txBody>
      </p:sp>
      <p:sp>
        <p:nvSpPr>
          <p:cNvPr id="13" name="Rectangle 14"/>
          <p:cNvSpPr>
            <a:spLocks noChangeArrowheads="1"/>
          </p:cNvSpPr>
          <p:nvPr userDrawn="1"/>
        </p:nvSpPr>
        <p:spPr bwMode="auto">
          <a:xfrm>
            <a:off x="3310467" y="4275162"/>
            <a:ext cx="2616200" cy="1962150"/>
          </a:xfrm>
          <a:prstGeom prst="rect">
            <a:avLst/>
          </a:prstGeom>
          <a:solidFill>
            <a:srgbClr val="4A5C66"/>
          </a:solidFill>
          <a:ln w="6350">
            <a:solidFill>
              <a:srgbClr val="4A5C66"/>
            </a:solidFill>
            <a:miter lim="800000"/>
            <a:headEnd/>
            <a:tailEnd/>
          </a:ln>
        </p:spPr>
        <p:txBody>
          <a:bodyPr wrap="none" anchor="ctr"/>
          <a:lstStyle>
            <a:lvl1pPr>
              <a:defRPr sz="2400">
                <a:solidFill>
                  <a:schemeClr val="tx1"/>
                </a:solidFill>
                <a:latin typeface="Calibri" pitchFamily="34" charset="0"/>
                <a:ea typeface="MS PGothic" pitchFamily="34" charset="-128"/>
              </a:defRPr>
            </a:lvl1pPr>
            <a:lvl2pPr marL="742950" indent="-285750">
              <a:defRPr sz="2400">
                <a:solidFill>
                  <a:schemeClr val="tx1"/>
                </a:solidFill>
                <a:latin typeface="Calibri" pitchFamily="34" charset="0"/>
                <a:ea typeface="MS PGothic" pitchFamily="34" charset="-128"/>
              </a:defRPr>
            </a:lvl2pPr>
            <a:lvl3pPr marL="1143000" indent="-228600">
              <a:defRPr sz="2400">
                <a:solidFill>
                  <a:schemeClr val="tx1"/>
                </a:solidFill>
                <a:latin typeface="Calibri" pitchFamily="34" charset="0"/>
                <a:ea typeface="MS PGothic" pitchFamily="34" charset="-128"/>
              </a:defRPr>
            </a:lvl3pPr>
            <a:lvl4pPr marL="1600200" indent="-228600">
              <a:defRPr sz="2400">
                <a:solidFill>
                  <a:schemeClr val="tx1"/>
                </a:solidFill>
                <a:latin typeface="Calibri" pitchFamily="34" charset="0"/>
                <a:ea typeface="MS PGothic" pitchFamily="34" charset="-128"/>
              </a:defRPr>
            </a:lvl4pPr>
            <a:lvl5pPr marL="2057400" indent="-228600">
              <a:defRPr sz="2400">
                <a:solidFill>
                  <a:schemeClr val="tx1"/>
                </a:solidFill>
                <a:latin typeface="Calibri" pitchFamily="34" charset="0"/>
                <a:ea typeface="MS PGothic" pitchFamily="34" charset="-128"/>
              </a:defRPr>
            </a:lvl5pPr>
            <a:lvl6pPr marL="2514600" indent="-228600" eaLnBrk="0" fontAlgn="base" hangingPunct="0">
              <a:spcBef>
                <a:spcPct val="0"/>
              </a:spcBef>
              <a:spcAft>
                <a:spcPct val="0"/>
              </a:spcAft>
              <a:defRPr sz="2400">
                <a:solidFill>
                  <a:schemeClr val="tx1"/>
                </a:solidFill>
                <a:latin typeface="Calibri" pitchFamily="34" charset="0"/>
                <a:ea typeface="MS PGothic" pitchFamily="34" charset="-128"/>
              </a:defRPr>
            </a:lvl6pPr>
            <a:lvl7pPr marL="2971800" indent="-228600" eaLnBrk="0" fontAlgn="base" hangingPunct="0">
              <a:spcBef>
                <a:spcPct val="0"/>
              </a:spcBef>
              <a:spcAft>
                <a:spcPct val="0"/>
              </a:spcAft>
              <a:defRPr sz="2400">
                <a:solidFill>
                  <a:schemeClr val="tx1"/>
                </a:solidFill>
                <a:latin typeface="Calibri" pitchFamily="34" charset="0"/>
                <a:ea typeface="MS PGothic" pitchFamily="34" charset="-128"/>
              </a:defRPr>
            </a:lvl7pPr>
            <a:lvl8pPr marL="3429000" indent="-228600" eaLnBrk="0" fontAlgn="base" hangingPunct="0">
              <a:spcBef>
                <a:spcPct val="0"/>
              </a:spcBef>
              <a:spcAft>
                <a:spcPct val="0"/>
              </a:spcAft>
              <a:defRPr sz="2400">
                <a:solidFill>
                  <a:schemeClr val="tx1"/>
                </a:solidFill>
                <a:latin typeface="Calibri" pitchFamily="34" charset="0"/>
                <a:ea typeface="MS PGothic" pitchFamily="34" charset="-128"/>
              </a:defRPr>
            </a:lvl8pPr>
            <a:lvl9pPr marL="3886200" indent="-228600" eaLnBrk="0" fontAlgn="base" hangingPunct="0">
              <a:spcBef>
                <a:spcPct val="0"/>
              </a:spcBef>
              <a:spcAft>
                <a:spcPct val="0"/>
              </a:spcAft>
              <a:defRPr sz="2400">
                <a:solidFill>
                  <a:schemeClr val="tx1"/>
                </a:solidFill>
                <a:latin typeface="Calibri" pitchFamily="34" charset="0"/>
                <a:ea typeface="MS PGothic" pitchFamily="34" charset="-128"/>
              </a:defRPr>
            </a:lvl9pPr>
          </a:lstStyle>
          <a:p>
            <a:pPr eaLnBrk="1" hangingPunct="1">
              <a:defRPr/>
            </a:pPr>
            <a:endParaRPr lang="de-DE" altLang="de-DE" sz="1800">
              <a:cs typeface="Arial" pitchFamily="34" charset="0"/>
            </a:endParaRPr>
          </a:p>
        </p:txBody>
      </p:sp>
      <p:sp>
        <p:nvSpPr>
          <p:cNvPr id="14" name="Rectangle 15"/>
          <p:cNvSpPr>
            <a:spLocks noChangeArrowheads="1"/>
          </p:cNvSpPr>
          <p:nvPr userDrawn="1"/>
        </p:nvSpPr>
        <p:spPr bwMode="auto">
          <a:xfrm>
            <a:off x="6191251" y="4275162"/>
            <a:ext cx="2616200" cy="1962150"/>
          </a:xfrm>
          <a:prstGeom prst="rect">
            <a:avLst/>
          </a:prstGeom>
          <a:solidFill>
            <a:srgbClr val="4A5C66"/>
          </a:solidFill>
          <a:ln w="6350">
            <a:solidFill>
              <a:srgbClr val="4A5C66"/>
            </a:solidFill>
            <a:miter lim="800000"/>
            <a:headEnd/>
            <a:tailEnd/>
          </a:ln>
        </p:spPr>
        <p:txBody>
          <a:bodyPr wrap="none" anchor="ctr"/>
          <a:lstStyle>
            <a:lvl1pPr>
              <a:defRPr sz="2400">
                <a:solidFill>
                  <a:schemeClr val="tx1"/>
                </a:solidFill>
                <a:latin typeface="Calibri" pitchFamily="34" charset="0"/>
                <a:ea typeface="MS PGothic" pitchFamily="34" charset="-128"/>
              </a:defRPr>
            </a:lvl1pPr>
            <a:lvl2pPr marL="742950" indent="-285750">
              <a:defRPr sz="2400">
                <a:solidFill>
                  <a:schemeClr val="tx1"/>
                </a:solidFill>
                <a:latin typeface="Calibri" pitchFamily="34" charset="0"/>
                <a:ea typeface="MS PGothic" pitchFamily="34" charset="-128"/>
              </a:defRPr>
            </a:lvl2pPr>
            <a:lvl3pPr marL="1143000" indent="-228600">
              <a:defRPr sz="2400">
                <a:solidFill>
                  <a:schemeClr val="tx1"/>
                </a:solidFill>
                <a:latin typeface="Calibri" pitchFamily="34" charset="0"/>
                <a:ea typeface="MS PGothic" pitchFamily="34" charset="-128"/>
              </a:defRPr>
            </a:lvl3pPr>
            <a:lvl4pPr marL="1600200" indent="-228600">
              <a:defRPr sz="2400">
                <a:solidFill>
                  <a:schemeClr val="tx1"/>
                </a:solidFill>
                <a:latin typeface="Calibri" pitchFamily="34" charset="0"/>
                <a:ea typeface="MS PGothic" pitchFamily="34" charset="-128"/>
              </a:defRPr>
            </a:lvl4pPr>
            <a:lvl5pPr marL="2057400" indent="-228600">
              <a:defRPr sz="2400">
                <a:solidFill>
                  <a:schemeClr val="tx1"/>
                </a:solidFill>
                <a:latin typeface="Calibri" pitchFamily="34" charset="0"/>
                <a:ea typeface="MS PGothic" pitchFamily="34" charset="-128"/>
              </a:defRPr>
            </a:lvl5pPr>
            <a:lvl6pPr marL="2514600" indent="-228600" eaLnBrk="0" fontAlgn="base" hangingPunct="0">
              <a:spcBef>
                <a:spcPct val="0"/>
              </a:spcBef>
              <a:spcAft>
                <a:spcPct val="0"/>
              </a:spcAft>
              <a:defRPr sz="2400">
                <a:solidFill>
                  <a:schemeClr val="tx1"/>
                </a:solidFill>
                <a:latin typeface="Calibri" pitchFamily="34" charset="0"/>
                <a:ea typeface="MS PGothic" pitchFamily="34" charset="-128"/>
              </a:defRPr>
            </a:lvl6pPr>
            <a:lvl7pPr marL="2971800" indent="-228600" eaLnBrk="0" fontAlgn="base" hangingPunct="0">
              <a:spcBef>
                <a:spcPct val="0"/>
              </a:spcBef>
              <a:spcAft>
                <a:spcPct val="0"/>
              </a:spcAft>
              <a:defRPr sz="2400">
                <a:solidFill>
                  <a:schemeClr val="tx1"/>
                </a:solidFill>
                <a:latin typeface="Calibri" pitchFamily="34" charset="0"/>
                <a:ea typeface="MS PGothic" pitchFamily="34" charset="-128"/>
              </a:defRPr>
            </a:lvl7pPr>
            <a:lvl8pPr marL="3429000" indent="-228600" eaLnBrk="0" fontAlgn="base" hangingPunct="0">
              <a:spcBef>
                <a:spcPct val="0"/>
              </a:spcBef>
              <a:spcAft>
                <a:spcPct val="0"/>
              </a:spcAft>
              <a:defRPr sz="2400">
                <a:solidFill>
                  <a:schemeClr val="tx1"/>
                </a:solidFill>
                <a:latin typeface="Calibri" pitchFamily="34" charset="0"/>
                <a:ea typeface="MS PGothic" pitchFamily="34" charset="-128"/>
              </a:defRPr>
            </a:lvl8pPr>
            <a:lvl9pPr marL="3886200" indent="-228600" eaLnBrk="0" fontAlgn="base" hangingPunct="0">
              <a:spcBef>
                <a:spcPct val="0"/>
              </a:spcBef>
              <a:spcAft>
                <a:spcPct val="0"/>
              </a:spcAft>
              <a:defRPr sz="2400">
                <a:solidFill>
                  <a:schemeClr val="tx1"/>
                </a:solidFill>
                <a:latin typeface="Calibri" pitchFamily="34" charset="0"/>
                <a:ea typeface="MS PGothic" pitchFamily="34" charset="-128"/>
              </a:defRPr>
            </a:lvl9pPr>
          </a:lstStyle>
          <a:p>
            <a:pPr eaLnBrk="1" hangingPunct="1">
              <a:defRPr/>
            </a:pPr>
            <a:endParaRPr lang="de-DE" altLang="de-DE" sz="1800">
              <a:cs typeface="Arial" pitchFamily="34" charset="0"/>
            </a:endParaRPr>
          </a:p>
        </p:txBody>
      </p:sp>
      <p:sp>
        <p:nvSpPr>
          <p:cNvPr id="15" name="Rectangle 16"/>
          <p:cNvSpPr>
            <a:spLocks noChangeArrowheads="1"/>
          </p:cNvSpPr>
          <p:nvPr userDrawn="1"/>
        </p:nvSpPr>
        <p:spPr bwMode="auto">
          <a:xfrm>
            <a:off x="9069917" y="4275162"/>
            <a:ext cx="2616200" cy="1962150"/>
          </a:xfrm>
          <a:prstGeom prst="rect">
            <a:avLst/>
          </a:prstGeom>
          <a:solidFill>
            <a:srgbClr val="4A5C66"/>
          </a:solidFill>
          <a:ln w="6350">
            <a:solidFill>
              <a:srgbClr val="4A5C66"/>
            </a:solidFill>
            <a:miter lim="800000"/>
            <a:headEnd/>
            <a:tailEnd/>
          </a:ln>
        </p:spPr>
        <p:txBody>
          <a:bodyPr wrap="none" anchor="ctr"/>
          <a:lstStyle>
            <a:lvl1pPr>
              <a:defRPr sz="2400">
                <a:solidFill>
                  <a:schemeClr val="tx1"/>
                </a:solidFill>
                <a:latin typeface="Calibri" pitchFamily="34" charset="0"/>
                <a:ea typeface="MS PGothic" pitchFamily="34" charset="-128"/>
              </a:defRPr>
            </a:lvl1pPr>
            <a:lvl2pPr marL="742950" indent="-285750">
              <a:defRPr sz="2400">
                <a:solidFill>
                  <a:schemeClr val="tx1"/>
                </a:solidFill>
                <a:latin typeface="Calibri" pitchFamily="34" charset="0"/>
                <a:ea typeface="MS PGothic" pitchFamily="34" charset="-128"/>
              </a:defRPr>
            </a:lvl2pPr>
            <a:lvl3pPr marL="1143000" indent="-228600">
              <a:defRPr sz="2400">
                <a:solidFill>
                  <a:schemeClr val="tx1"/>
                </a:solidFill>
                <a:latin typeface="Calibri" pitchFamily="34" charset="0"/>
                <a:ea typeface="MS PGothic" pitchFamily="34" charset="-128"/>
              </a:defRPr>
            </a:lvl3pPr>
            <a:lvl4pPr marL="1600200" indent="-228600">
              <a:defRPr sz="2400">
                <a:solidFill>
                  <a:schemeClr val="tx1"/>
                </a:solidFill>
                <a:latin typeface="Calibri" pitchFamily="34" charset="0"/>
                <a:ea typeface="MS PGothic" pitchFamily="34" charset="-128"/>
              </a:defRPr>
            </a:lvl4pPr>
            <a:lvl5pPr marL="2057400" indent="-228600">
              <a:defRPr sz="2400">
                <a:solidFill>
                  <a:schemeClr val="tx1"/>
                </a:solidFill>
                <a:latin typeface="Calibri" pitchFamily="34" charset="0"/>
                <a:ea typeface="MS PGothic" pitchFamily="34" charset="-128"/>
              </a:defRPr>
            </a:lvl5pPr>
            <a:lvl6pPr marL="2514600" indent="-228600" eaLnBrk="0" fontAlgn="base" hangingPunct="0">
              <a:spcBef>
                <a:spcPct val="0"/>
              </a:spcBef>
              <a:spcAft>
                <a:spcPct val="0"/>
              </a:spcAft>
              <a:defRPr sz="2400">
                <a:solidFill>
                  <a:schemeClr val="tx1"/>
                </a:solidFill>
                <a:latin typeface="Calibri" pitchFamily="34" charset="0"/>
                <a:ea typeface="MS PGothic" pitchFamily="34" charset="-128"/>
              </a:defRPr>
            </a:lvl6pPr>
            <a:lvl7pPr marL="2971800" indent="-228600" eaLnBrk="0" fontAlgn="base" hangingPunct="0">
              <a:spcBef>
                <a:spcPct val="0"/>
              </a:spcBef>
              <a:spcAft>
                <a:spcPct val="0"/>
              </a:spcAft>
              <a:defRPr sz="2400">
                <a:solidFill>
                  <a:schemeClr val="tx1"/>
                </a:solidFill>
                <a:latin typeface="Calibri" pitchFamily="34" charset="0"/>
                <a:ea typeface="MS PGothic" pitchFamily="34" charset="-128"/>
              </a:defRPr>
            </a:lvl7pPr>
            <a:lvl8pPr marL="3429000" indent="-228600" eaLnBrk="0" fontAlgn="base" hangingPunct="0">
              <a:spcBef>
                <a:spcPct val="0"/>
              </a:spcBef>
              <a:spcAft>
                <a:spcPct val="0"/>
              </a:spcAft>
              <a:defRPr sz="2400">
                <a:solidFill>
                  <a:schemeClr val="tx1"/>
                </a:solidFill>
                <a:latin typeface="Calibri" pitchFamily="34" charset="0"/>
                <a:ea typeface="MS PGothic" pitchFamily="34" charset="-128"/>
              </a:defRPr>
            </a:lvl8pPr>
            <a:lvl9pPr marL="3886200" indent="-228600" eaLnBrk="0" fontAlgn="base" hangingPunct="0">
              <a:spcBef>
                <a:spcPct val="0"/>
              </a:spcBef>
              <a:spcAft>
                <a:spcPct val="0"/>
              </a:spcAft>
              <a:defRPr sz="2400">
                <a:solidFill>
                  <a:schemeClr val="tx1"/>
                </a:solidFill>
                <a:latin typeface="Calibri" pitchFamily="34" charset="0"/>
                <a:ea typeface="MS PGothic" pitchFamily="34" charset="-128"/>
              </a:defRPr>
            </a:lvl9pPr>
          </a:lstStyle>
          <a:p>
            <a:pPr eaLnBrk="1" hangingPunct="1">
              <a:defRPr/>
            </a:pPr>
            <a:endParaRPr lang="de-DE" altLang="de-DE" sz="1800">
              <a:cs typeface="Arial" pitchFamily="34" charset="0"/>
            </a:endParaRPr>
          </a:p>
        </p:txBody>
      </p:sp>
      <p:sp>
        <p:nvSpPr>
          <p:cNvPr id="2" name="Titel 1"/>
          <p:cNvSpPr>
            <a:spLocks noGrp="1"/>
          </p:cNvSpPr>
          <p:nvPr>
            <p:ph type="title"/>
          </p:nvPr>
        </p:nvSpPr>
        <p:spPr>
          <a:xfrm>
            <a:off x="432001" y="1080000"/>
            <a:ext cx="11323407" cy="576000"/>
          </a:xfrm>
        </p:spPr>
        <p:txBody>
          <a:bodyPr lIns="0"/>
          <a:lstStyle/>
          <a:p>
            <a:r>
              <a:rPr lang="de-DE"/>
              <a:t>Mastertitelformat bearbeiten</a:t>
            </a:r>
            <a:endParaRPr lang="de-DE" dirty="0"/>
          </a:p>
        </p:txBody>
      </p:sp>
      <p:sp>
        <p:nvSpPr>
          <p:cNvPr id="16" name="Foliennummernplatzhalter 5"/>
          <p:cNvSpPr>
            <a:spLocks noGrp="1"/>
          </p:cNvSpPr>
          <p:nvPr>
            <p:ph type="sldNum" sz="quarter" idx="10"/>
          </p:nvPr>
        </p:nvSpPr>
        <p:spPr/>
        <p:txBody>
          <a:bodyPr/>
          <a:lstStyle>
            <a:lvl1pPr>
              <a:defRPr/>
            </a:lvl1pPr>
          </a:lstStyle>
          <a:p>
            <a:pPr>
              <a:defRPr/>
            </a:pPr>
            <a:fld id="{44477509-71AF-1442-AA36-4D80324E8263}" type="slidenum">
              <a:rPr lang="de-DE" altLang="de-DE"/>
              <a:pPr>
                <a:defRPr/>
              </a:pPr>
              <a:t>‹Nr.›</a:t>
            </a:fld>
            <a:endParaRPr lang="de-DE" altLang="de-DE"/>
          </a:p>
        </p:txBody>
      </p:sp>
      <p:sp>
        <p:nvSpPr>
          <p:cNvPr id="18" name="Textplatzhalter 17"/>
          <p:cNvSpPr>
            <a:spLocks noGrp="1"/>
          </p:cNvSpPr>
          <p:nvPr>
            <p:ph type="body" sz="quarter" idx="11" hasCustomPrompt="1"/>
          </p:nvPr>
        </p:nvSpPr>
        <p:spPr>
          <a:xfrm>
            <a:off x="431801" y="1620001"/>
            <a:ext cx="11324167" cy="681037"/>
          </a:xfrm>
        </p:spPr>
        <p:txBody>
          <a:bodyPr/>
          <a:lstStyle>
            <a:lvl1pPr marL="0" indent="0">
              <a:buNone/>
              <a:defRPr/>
            </a:lvl1pPr>
          </a:lstStyle>
          <a:p>
            <a:pPr lvl="0"/>
            <a:r>
              <a:rPr lang="de-DE" altLang="de-DE" sz="1800" dirty="0">
                <a:latin typeface="Arial" charset="0"/>
                <a:ea typeface="MS PGothic" charset="-128"/>
                <a:cs typeface="Arial" charset="0"/>
              </a:rPr>
              <a:t>Textfeld</a:t>
            </a:r>
            <a:endParaRPr lang="de-DE" dirty="0"/>
          </a:p>
        </p:txBody>
      </p:sp>
      <p:sp>
        <p:nvSpPr>
          <p:cNvPr id="20" name="Textplatzhalter 18"/>
          <p:cNvSpPr>
            <a:spLocks noGrp="1"/>
          </p:cNvSpPr>
          <p:nvPr>
            <p:ph type="body" sz="quarter" idx="12"/>
          </p:nvPr>
        </p:nvSpPr>
        <p:spPr>
          <a:xfrm>
            <a:off x="719667" y="2275200"/>
            <a:ext cx="2015960" cy="649744"/>
          </a:xfrm>
        </p:spPr>
        <p:txBody>
          <a:bodyPr/>
          <a:lstStyle>
            <a:lvl1pPr marL="0" indent="0">
              <a:buFontTx/>
              <a:buNone/>
              <a:defRPr sz="1600" b="1">
                <a:solidFill>
                  <a:schemeClr val="bg1"/>
                </a:solidFill>
              </a:defRPr>
            </a:lvl1pPr>
          </a:lstStyle>
          <a:p>
            <a:pPr lvl="0"/>
            <a:endParaRPr lang="de-DE" dirty="0"/>
          </a:p>
        </p:txBody>
      </p:sp>
      <p:sp>
        <p:nvSpPr>
          <p:cNvPr id="21" name="Textplatzhalter 24"/>
          <p:cNvSpPr>
            <a:spLocks noGrp="1"/>
          </p:cNvSpPr>
          <p:nvPr>
            <p:ph type="body" sz="quarter" idx="18" hasCustomPrompt="1"/>
          </p:nvPr>
        </p:nvSpPr>
        <p:spPr>
          <a:xfrm>
            <a:off x="719668" y="2700000"/>
            <a:ext cx="2015960" cy="1161048"/>
          </a:xfrm>
        </p:spPr>
        <p:txBody>
          <a:bodyPr/>
          <a:lstStyle>
            <a:lvl1pPr marL="0" indent="0">
              <a:buNone/>
              <a:defRPr sz="1400" baseline="0">
                <a:solidFill>
                  <a:schemeClr val="bg1"/>
                </a:solidFill>
              </a:defRPr>
            </a:lvl1pPr>
          </a:lstStyle>
          <a:p>
            <a:pPr marL="266700" marR="0" lvl="0" indent="-266700" algn="l" defTabSz="914400" rtl="0" eaLnBrk="1" fontAlgn="base" latinLnBrk="0" hangingPunct="1">
              <a:lnSpc>
                <a:spcPct val="100000"/>
              </a:lnSpc>
              <a:spcBef>
                <a:spcPct val="20000"/>
              </a:spcBef>
              <a:spcAft>
                <a:spcPct val="0"/>
              </a:spcAft>
              <a:buClr>
                <a:srgbClr val="80BA24"/>
              </a:buClr>
              <a:buSzPct val="106000"/>
              <a:tabLst/>
              <a:defRPr/>
            </a:pPr>
            <a:r>
              <a:rPr lang="de-DE" dirty="0"/>
              <a:t>Text hinzufügen</a:t>
            </a:r>
          </a:p>
        </p:txBody>
      </p:sp>
      <p:sp>
        <p:nvSpPr>
          <p:cNvPr id="22" name="Textplatzhalter 18"/>
          <p:cNvSpPr>
            <a:spLocks noGrp="1"/>
          </p:cNvSpPr>
          <p:nvPr>
            <p:ph type="body" sz="quarter" idx="13"/>
          </p:nvPr>
        </p:nvSpPr>
        <p:spPr>
          <a:xfrm>
            <a:off x="3600000" y="2275200"/>
            <a:ext cx="2015960" cy="649744"/>
          </a:xfrm>
        </p:spPr>
        <p:txBody>
          <a:bodyPr/>
          <a:lstStyle>
            <a:lvl1pPr marL="0" indent="0">
              <a:buFontTx/>
              <a:buNone/>
              <a:defRPr sz="1600" b="1">
                <a:solidFill>
                  <a:schemeClr val="bg1"/>
                </a:solidFill>
              </a:defRPr>
            </a:lvl1pPr>
          </a:lstStyle>
          <a:p>
            <a:pPr lvl="0"/>
            <a:endParaRPr lang="de-DE" dirty="0"/>
          </a:p>
        </p:txBody>
      </p:sp>
      <p:sp>
        <p:nvSpPr>
          <p:cNvPr id="23" name="Textplatzhalter 24"/>
          <p:cNvSpPr>
            <a:spLocks noGrp="1"/>
          </p:cNvSpPr>
          <p:nvPr>
            <p:ph type="body" sz="quarter" idx="19" hasCustomPrompt="1"/>
          </p:nvPr>
        </p:nvSpPr>
        <p:spPr>
          <a:xfrm>
            <a:off x="3600000" y="2700000"/>
            <a:ext cx="2279760" cy="1161048"/>
          </a:xfrm>
        </p:spPr>
        <p:txBody>
          <a:bodyPr/>
          <a:lstStyle>
            <a:lvl1pPr marL="0" indent="0">
              <a:buNone/>
              <a:defRPr sz="1400" baseline="0">
                <a:solidFill>
                  <a:schemeClr val="bg1"/>
                </a:solidFill>
              </a:defRPr>
            </a:lvl1pPr>
          </a:lstStyle>
          <a:p>
            <a:pPr marL="266700" marR="0" lvl="0" indent="-266700" algn="l" defTabSz="914400" rtl="0" eaLnBrk="1" fontAlgn="base" latinLnBrk="0" hangingPunct="1">
              <a:lnSpc>
                <a:spcPct val="100000"/>
              </a:lnSpc>
              <a:spcBef>
                <a:spcPct val="20000"/>
              </a:spcBef>
              <a:spcAft>
                <a:spcPct val="0"/>
              </a:spcAft>
              <a:buClr>
                <a:srgbClr val="80BA24"/>
              </a:buClr>
              <a:buSzPct val="106000"/>
              <a:tabLst/>
              <a:defRPr/>
            </a:pPr>
            <a:r>
              <a:rPr lang="de-DE" dirty="0"/>
              <a:t>Text hinzufügen</a:t>
            </a:r>
          </a:p>
        </p:txBody>
      </p:sp>
      <p:sp>
        <p:nvSpPr>
          <p:cNvPr id="24" name="Textplatzhalter 18"/>
          <p:cNvSpPr>
            <a:spLocks noGrp="1"/>
          </p:cNvSpPr>
          <p:nvPr>
            <p:ph type="body" sz="quarter" idx="14"/>
          </p:nvPr>
        </p:nvSpPr>
        <p:spPr>
          <a:xfrm>
            <a:off x="6480000" y="2275200"/>
            <a:ext cx="2015960" cy="649744"/>
          </a:xfrm>
        </p:spPr>
        <p:txBody>
          <a:bodyPr/>
          <a:lstStyle>
            <a:lvl1pPr marL="0" indent="0">
              <a:buFontTx/>
              <a:buNone/>
              <a:defRPr sz="1600" b="1">
                <a:solidFill>
                  <a:schemeClr val="bg1"/>
                </a:solidFill>
              </a:defRPr>
            </a:lvl1pPr>
          </a:lstStyle>
          <a:p>
            <a:pPr lvl="0"/>
            <a:endParaRPr lang="de-DE" dirty="0"/>
          </a:p>
        </p:txBody>
      </p:sp>
      <p:sp>
        <p:nvSpPr>
          <p:cNvPr id="25" name="Textplatzhalter 24"/>
          <p:cNvSpPr>
            <a:spLocks noGrp="1"/>
          </p:cNvSpPr>
          <p:nvPr>
            <p:ph type="body" sz="quarter" idx="20" hasCustomPrompt="1"/>
          </p:nvPr>
        </p:nvSpPr>
        <p:spPr>
          <a:xfrm>
            <a:off x="6480000" y="2700000"/>
            <a:ext cx="2015960" cy="1161048"/>
          </a:xfrm>
        </p:spPr>
        <p:txBody>
          <a:bodyPr/>
          <a:lstStyle>
            <a:lvl1pPr marL="0" indent="0">
              <a:buFontTx/>
              <a:buNone/>
              <a:defRPr sz="1400" baseline="0">
                <a:solidFill>
                  <a:schemeClr val="bg1"/>
                </a:solidFill>
              </a:defRPr>
            </a:lvl1pPr>
          </a:lstStyle>
          <a:p>
            <a:pPr marL="266700" marR="0" lvl="0" indent="-266700" algn="l" defTabSz="914400" rtl="0" eaLnBrk="1" fontAlgn="base" latinLnBrk="0" hangingPunct="1">
              <a:lnSpc>
                <a:spcPct val="100000"/>
              </a:lnSpc>
              <a:spcBef>
                <a:spcPct val="20000"/>
              </a:spcBef>
              <a:spcAft>
                <a:spcPct val="0"/>
              </a:spcAft>
              <a:buClr>
                <a:srgbClr val="80BA24"/>
              </a:buClr>
              <a:buSzPct val="106000"/>
              <a:buFont typeface="Wingdings" charset="2"/>
              <a:buNone/>
              <a:tabLst/>
              <a:defRPr/>
            </a:pPr>
            <a:r>
              <a:rPr lang="de-DE" dirty="0"/>
              <a:t>Text hinzufügen</a:t>
            </a:r>
          </a:p>
        </p:txBody>
      </p:sp>
      <p:sp>
        <p:nvSpPr>
          <p:cNvPr id="26" name="Textplatzhalter 18"/>
          <p:cNvSpPr>
            <a:spLocks noGrp="1"/>
          </p:cNvSpPr>
          <p:nvPr>
            <p:ph type="body" sz="quarter" idx="21"/>
          </p:nvPr>
        </p:nvSpPr>
        <p:spPr>
          <a:xfrm>
            <a:off x="9361124" y="2271781"/>
            <a:ext cx="2015960" cy="649744"/>
          </a:xfrm>
        </p:spPr>
        <p:txBody>
          <a:bodyPr/>
          <a:lstStyle>
            <a:lvl1pPr marL="0" indent="0">
              <a:buFontTx/>
              <a:buNone/>
              <a:defRPr sz="1600" b="1">
                <a:solidFill>
                  <a:schemeClr val="bg1"/>
                </a:solidFill>
              </a:defRPr>
            </a:lvl1pPr>
          </a:lstStyle>
          <a:p>
            <a:pPr lvl="0"/>
            <a:endParaRPr lang="de-DE" dirty="0"/>
          </a:p>
        </p:txBody>
      </p:sp>
      <p:sp>
        <p:nvSpPr>
          <p:cNvPr id="27" name="Textplatzhalter 24"/>
          <p:cNvSpPr>
            <a:spLocks noGrp="1"/>
          </p:cNvSpPr>
          <p:nvPr>
            <p:ph type="body" sz="quarter" idx="22" hasCustomPrompt="1"/>
          </p:nvPr>
        </p:nvSpPr>
        <p:spPr>
          <a:xfrm>
            <a:off x="9361124" y="2696581"/>
            <a:ext cx="2015960" cy="1161048"/>
          </a:xfrm>
        </p:spPr>
        <p:txBody>
          <a:bodyPr/>
          <a:lstStyle>
            <a:lvl1pPr marL="0" indent="0">
              <a:buFontTx/>
              <a:buNone/>
              <a:defRPr sz="1400" baseline="0">
                <a:solidFill>
                  <a:schemeClr val="bg1"/>
                </a:solidFill>
              </a:defRPr>
            </a:lvl1pPr>
          </a:lstStyle>
          <a:p>
            <a:pPr marL="266700" marR="0" lvl="0" indent="-266700" algn="l" defTabSz="914400" rtl="0" eaLnBrk="1" fontAlgn="base" latinLnBrk="0" hangingPunct="1">
              <a:lnSpc>
                <a:spcPct val="100000"/>
              </a:lnSpc>
              <a:spcBef>
                <a:spcPct val="20000"/>
              </a:spcBef>
              <a:spcAft>
                <a:spcPct val="0"/>
              </a:spcAft>
              <a:buClr>
                <a:srgbClr val="80BA24"/>
              </a:buClr>
              <a:buSzPct val="106000"/>
              <a:buFont typeface="Wingdings" charset="2"/>
              <a:buNone/>
              <a:tabLst/>
              <a:defRPr/>
            </a:pPr>
            <a:r>
              <a:rPr lang="de-DE" dirty="0"/>
              <a:t>Text hinzufügen</a:t>
            </a:r>
          </a:p>
        </p:txBody>
      </p:sp>
      <p:sp>
        <p:nvSpPr>
          <p:cNvPr id="28" name="Textplatzhalter 18"/>
          <p:cNvSpPr>
            <a:spLocks noGrp="1"/>
          </p:cNvSpPr>
          <p:nvPr>
            <p:ph type="body" sz="quarter" idx="15"/>
          </p:nvPr>
        </p:nvSpPr>
        <p:spPr>
          <a:xfrm>
            <a:off x="720000" y="4435200"/>
            <a:ext cx="2015960" cy="649744"/>
          </a:xfrm>
        </p:spPr>
        <p:txBody>
          <a:bodyPr/>
          <a:lstStyle>
            <a:lvl1pPr marL="0" indent="0">
              <a:buFontTx/>
              <a:buNone/>
              <a:defRPr sz="1600" b="1">
                <a:solidFill>
                  <a:schemeClr val="bg1"/>
                </a:solidFill>
              </a:defRPr>
            </a:lvl1pPr>
          </a:lstStyle>
          <a:p>
            <a:pPr lvl="0"/>
            <a:endParaRPr lang="de-DE" dirty="0"/>
          </a:p>
        </p:txBody>
      </p:sp>
      <p:sp>
        <p:nvSpPr>
          <p:cNvPr id="29" name="Textplatzhalter 24"/>
          <p:cNvSpPr>
            <a:spLocks noGrp="1"/>
          </p:cNvSpPr>
          <p:nvPr>
            <p:ph type="body" sz="quarter" idx="23" hasCustomPrompt="1"/>
          </p:nvPr>
        </p:nvSpPr>
        <p:spPr>
          <a:xfrm>
            <a:off x="719667" y="4896000"/>
            <a:ext cx="2015960" cy="1161048"/>
          </a:xfrm>
        </p:spPr>
        <p:txBody>
          <a:bodyPr/>
          <a:lstStyle>
            <a:lvl1pPr marL="0" indent="0">
              <a:buFontTx/>
              <a:buNone/>
              <a:defRPr sz="1400" baseline="0">
                <a:solidFill>
                  <a:schemeClr val="bg1"/>
                </a:solidFill>
              </a:defRPr>
            </a:lvl1pPr>
          </a:lstStyle>
          <a:p>
            <a:pPr marL="266700" marR="0" lvl="0" indent="-266700" algn="l" defTabSz="914400" rtl="0" eaLnBrk="1" fontAlgn="base" latinLnBrk="0" hangingPunct="1">
              <a:lnSpc>
                <a:spcPct val="100000"/>
              </a:lnSpc>
              <a:spcBef>
                <a:spcPct val="20000"/>
              </a:spcBef>
              <a:spcAft>
                <a:spcPct val="0"/>
              </a:spcAft>
              <a:buClr>
                <a:srgbClr val="80BA24"/>
              </a:buClr>
              <a:buSzPct val="106000"/>
              <a:buFont typeface="Wingdings" charset="2"/>
              <a:buNone/>
              <a:tabLst/>
              <a:defRPr/>
            </a:pPr>
            <a:r>
              <a:rPr lang="de-DE" dirty="0"/>
              <a:t>Text hinzufügen</a:t>
            </a:r>
          </a:p>
        </p:txBody>
      </p:sp>
      <p:sp>
        <p:nvSpPr>
          <p:cNvPr id="30" name="Textplatzhalter 18"/>
          <p:cNvSpPr>
            <a:spLocks noGrp="1"/>
          </p:cNvSpPr>
          <p:nvPr>
            <p:ph type="body" sz="quarter" idx="16"/>
          </p:nvPr>
        </p:nvSpPr>
        <p:spPr>
          <a:xfrm>
            <a:off x="3600000" y="4435200"/>
            <a:ext cx="2015960" cy="649744"/>
          </a:xfrm>
        </p:spPr>
        <p:txBody>
          <a:bodyPr/>
          <a:lstStyle>
            <a:lvl1pPr marL="0" indent="0">
              <a:buFontTx/>
              <a:buNone/>
              <a:defRPr sz="1600" b="1">
                <a:solidFill>
                  <a:schemeClr val="bg1"/>
                </a:solidFill>
              </a:defRPr>
            </a:lvl1pPr>
          </a:lstStyle>
          <a:p>
            <a:pPr lvl="0"/>
            <a:endParaRPr lang="de-DE" dirty="0"/>
          </a:p>
        </p:txBody>
      </p:sp>
      <p:sp>
        <p:nvSpPr>
          <p:cNvPr id="31" name="Textplatzhalter 24"/>
          <p:cNvSpPr>
            <a:spLocks noGrp="1"/>
          </p:cNvSpPr>
          <p:nvPr>
            <p:ph type="body" sz="quarter" idx="24" hasCustomPrompt="1"/>
          </p:nvPr>
        </p:nvSpPr>
        <p:spPr>
          <a:xfrm>
            <a:off x="3600000" y="4860000"/>
            <a:ext cx="2015960" cy="1161048"/>
          </a:xfrm>
        </p:spPr>
        <p:txBody>
          <a:bodyPr/>
          <a:lstStyle>
            <a:lvl1pPr marL="0" indent="0">
              <a:buFontTx/>
              <a:buNone/>
              <a:defRPr sz="1400" baseline="0">
                <a:solidFill>
                  <a:schemeClr val="bg1"/>
                </a:solidFill>
              </a:defRPr>
            </a:lvl1pPr>
          </a:lstStyle>
          <a:p>
            <a:pPr marL="266700" marR="0" lvl="0" indent="-266700" algn="l" defTabSz="914400" rtl="0" eaLnBrk="1" fontAlgn="base" latinLnBrk="0" hangingPunct="1">
              <a:lnSpc>
                <a:spcPct val="100000"/>
              </a:lnSpc>
              <a:spcBef>
                <a:spcPct val="20000"/>
              </a:spcBef>
              <a:spcAft>
                <a:spcPct val="0"/>
              </a:spcAft>
              <a:buClr>
                <a:srgbClr val="80BA24"/>
              </a:buClr>
              <a:buSzPct val="106000"/>
              <a:buFont typeface="Wingdings" charset="2"/>
              <a:buNone/>
              <a:tabLst/>
              <a:defRPr/>
            </a:pPr>
            <a:r>
              <a:rPr lang="de-DE" dirty="0"/>
              <a:t>Text hinzufügen</a:t>
            </a:r>
          </a:p>
        </p:txBody>
      </p:sp>
      <p:sp>
        <p:nvSpPr>
          <p:cNvPr id="32" name="Textplatzhalter 18"/>
          <p:cNvSpPr>
            <a:spLocks noGrp="1"/>
          </p:cNvSpPr>
          <p:nvPr>
            <p:ph type="body" sz="quarter" idx="17"/>
          </p:nvPr>
        </p:nvSpPr>
        <p:spPr>
          <a:xfrm>
            <a:off x="6480000" y="4435200"/>
            <a:ext cx="2015960" cy="649744"/>
          </a:xfrm>
        </p:spPr>
        <p:txBody>
          <a:bodyPr/>
          <a:lstStyle>
            <a:lvl1pPr marL="0" indent="0">
              <a:buFontTx/>
              <a:buNone/>
              <a:defRPr sz="1600" b="1">
                <a:solidFill>
                  <a:schemeClr val="bg1"/>
                </a:solidFill>
              </a:defRPr>
            </a:lvl1pPr>
          </a:lstStyle>
          <a:p>
            <a:pPr lvl="0"/>
            <a:endParaRPr lang="de-DE" dirty="0"/>
          </a:p>
        </p:txBody>
      </p:sp>
      <p:sp>
        <p:nvSpPr>
          <p:cNvPr id="33" name="Textplatzhalter 24"/>
          <p:cNvSpPr>
            <a:spLocks noGrp="1"/>
          </p:cNvSpPr>
          <p:nvPr>
            <p:ph type="body" sz="quarter" idx="25" hasCustomPrompt="1"/>
          </p:nvPr>
        </p:nvSpPr>
        <p:spPr>
          <a:xfrm>
            <a:off x="6480000" y="4860000"/>
            <a:ext cx="2015960" cy="1161048"/>
          </a:xfrm>
        </p:spPr>
        <p:txBody>
          <a:bodyPr/>
          <a:lstStyle>
            <a:lvl1pPr marL="0" indent="0">
              <a:buFontTx/>
              <a:buNone/>
              <a:defRPr sz="1400" baseline="0">
                <a:solidFill>
                  <a:schemeClr val="bg1"/>
                </a:solidFill>
              </a:defRPr>
            </a:lvl1pPr>
          </a:lstStyle>
          <a:p>
            <a:pPr marL="266700" marR="0" lvl="0" indent="-266700" algn="l" defTabSz="914400" rtl="0" eaLnBrk="1" fontAlgn="base" latinLnBrk="0" hangingPunct="1">
              <a:lnSpc>
                <a:spcPct val="100000"/>
              </a:lnSpc>
              <a:spcBef>
                <a:spcPct val="20000"/>
              </a:spcBef>
              <a:spcAft>
                <a:spcPct val="0"/>
              </a:spcAft>
              <a:buClr>
                <a:srgbClr val="80BA24"/>
              </a:buClr>
              <a:buSzPct val="106000"/>
              <a:buFont typeface="Wingdings" charset="2"/>
              <a:buNone/>
              <a:tabLst/>
              <a:defRPr/>
            </a:pPr>
            <a:r>
              <a:rPr lang="de-DE" dirty="0"/>
              <a:t>Text hinzufügen</a:t>
            </a:r>
          </a:p>
        </p:txBody>
      </p:sp>
      <p:sp>
        <p:nvSpPr>
          <p:cNvPr id="34" name="Textplatzhalter 18"/>
          <p:cNvSpPr>
            <a:spLocks noGrp="1"/>
          </p:cNvSpPr>
          <p:nvPr>
            <p:ph type="body" sz="quarter" idx="26"/>
          </p:nvPr>
        </p:nvSpPr>
        <p:spPr>
          <a:xfrm>
            <a:off x="9361124" y="4435200"/>
            <a:ext cx="2015960" cy="649744"/>
          </a:xfrm>
        </p:spPr>
        <p:txBody>
          <a:bodyPr/>
          <a:lstStyle>
            <a:lvl1pPr marL="0" indent="0">
              <a:buFontTx/>
              <a:buNone/>
              <a:defRPr sz="1600" b="1">
                <a:solidFill>
                  <a:schemeClr val="bg1"/>
                </a:solidFill>
              </a:defRPr>
            </a:lvl1pPr>
          </a:lstStyle>
          <a:p>
            <a:pPr lvl="0"/>
            <a:endParaRPr lang="de-DE" dirty="0"/>
          </a:p>
        </p:txBody>
      </p:sp>
      <p:sp>
        <p:nvSpPr>
          <p:cNvPr id="35" name="Textplatzhalter 24"/>
          <p:cNvSpPr>
            <a:spLocks noGrp="1"/>
          </p:cNvSpPr>
          <p:nvPr>
            <p:ph type="body" sz="quarter" idx="27" hasCustomPrompt="1"/>
          </p:nvPr>
        </p:nvSpPr>
        <p:spPr>
          <a:xfrm>
            <a:off x="9361124" y="4860000"/>
            <a:ext cx="2015960" cy="1161048"/>
          </a:xfrm>
        </p:spPr>
        <p:txBody>
          <a:bodyPr/>
          <a:lstStyle>
            <a:lvl1pPr marL="0" indent="0">
              <a:buFontTx/>
              <a:buNone/>
              <a:defRPr sz="1400" baseline="0">
                <a:solidFill>
                  <a:schemeClr val="bg1"/>
                </a:solidFill>
              </a:defRPr>
            </a:lvl1pPr>
          </a:lstStyle>
          <a:p>
            <a:pPr marL="266700" marR="0" lvl="0" indent="-266700" algn="l" defTabSz="914400" rtl="0" eaLnBrk="1" fontAlgn="base" latinLnBrk="0" hangingPunct="1">
              <a:lnSpc>
                <a:spcPct val="100000"/>
              </a:lnSpc>
              <a:spcBef>
                <a:spcPct val="20000"/>
              </a:spcBef>
              <a:spcAft>
                <a:spcPct val="0"/>
              </a:spcAft>
              <a:buClr>
                <a:srgbClr val="80BA24"/>
              </a:buClr>
              <a:buSzPct val="106000"/>
              <a:buFont typeface="Wingdings" charset="2"/>
              <a:buNone/>
              <a:tabLst/>
              <a:defRPr/>
            </a:pPr>
            <a:r>
              <a:rPr lang="de-DE" dirty="0"/>
              <a:t>Text hinzufügen</a:t>
            </a: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twoObj" preserve="1">
  <p:cSld name="Zwei Inhalte">
    <p:spTree>
      <p:nvGrpSpPr>
        <p:cNvPr id="1" name=""/>
        <p:cNvGrpSpPr/>
        <p:nvPr/>
      </p:nvGrpSpPr>
      <p:grpSpPr>
        <a:xfrm>
          <a:off x="0" y="0"/>
          <a:ext cx="0" cy="0"/>
          <a:chOff x="0" y="0"/>
          <a:chExt cx="0" cy="0"/>
        </a:xfrm>
      </p:grpSpPr>
      <p:sp>
        <p:nvSpPr>
          <p:cNvPr id="2" name="Titel 1"/>
          <p:cNvSpPr>
            <a:spLocks noGrp="1"/>
          </p:cNvSpPr>
          <p:nvPr>
            <p:ph type="title"/>
          </p:nvPr>
        </p:nvSpPr>
        <p:spPr>
          <a:xfrm>
            <a:off x="432001" y="1080000"/>
            <a:ext cx="11323407" cy="576000"/>
          </a:xfrm>
        </p:spPr>
        <p:txBody>
          <a:bodyPr lIns="0"/>
          <a:lstStyle/>
          <a:p>
            <a:r>
              <a:rPr lang="de-DE"/>
              <a:t>Mastertitelformat bearbeiten</a:t>
            </a:r>
          </a:p>
        </p:txBody>
      </p:sp>
      <p:sp>
        <p:nvSpPr>
          <p:cNvPr id="3" name="Inhaltsplatzhalter 2"/>
          <p:cNvSpPr>
            <a:spLocks noGrp="1"/>
          </p:cNvSpPr>
          <p:nvPr>
            <p:ph sz="half" idx="1"/>
          </p:nvPr>
        </p:nvSpPr>
        <p:spPr>
          <a:xfrm>
            <a:off x="432000" y="1620000"/>
            <a:ext cx="5444144" cy="4617288"/>
          </a:xfrm>
        </p:spPr>
        <p:txBody>
          <a:bodyPr/>
          <a:lstStyle>
            <a:lvl1pPr>
              <a:defRPr sz="1800"/>
            </a:lvl1pPr>
            <a:lvl2pPr>
              <a:defRPr sz="1800"/>
            </a:lvl2pPr>
            <a:lvl3pPr>
              <a:defRPr sz="1800"/>
            </a:lvl3pPr>
            <a:lvl4pPr>
              <a:defRPr sz="1800"/>
            </a:lvl4pPr>
            <a:lvl5pPr>
              <a:defRPr sz="1800"/>
            </a:lvl5pPr>
            <a:lvl6pPr>
              <a:defRPr sz="1800"/>
            </a:lvl6pPr>
            <a:lvl7pPr>
              <a:defRPr sz="1800"/>
            </a:lvl7pPr>
            <a:lvl8pPr>
              <a:defRPr sz="1800"/>
            </a:lvl8pPr>
            <a:lvl9pPr>
              <a:defRPr sz="1800"/>
            </a:lvl9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4" name="Inhaltsplatzhalter 3"/>
          <p:cNvSpPr>
            <a:spLocks noGrp="1"/>
          </p:cNvSpPr>
          <p:nvPr>
            <p:ph sz="half" idx="2"/>
          </p:nvPr>
        </p:nvSpPr>
        <p:spPr>
          <a:xfrm>
            <a:off x="6255895" y="1620000"/>
            <a:ext cx="5408724" cy="4617288"/>
          </a:xfrm>
        </p:spPr>
        <p:txBody>
          <a:bodyPr/>
          <a:lstStyle>
            <a:lvl1pPr>
              <a:defRPr sz="1800"/>
            </a:lvl1pPr>
            <a:lvl2pPr>
              <a:defRPr sz="1800"/>
            </a:lvl2pPr>
            <a:lvl3pPr>
              <a:defRPr sz="1800"/>
            </a:lvl3pPr>
            <a:lvl4pPr>
              <a:defRPr sz="1800"/>
            </a:lvl4pPr>
            <a:lvl5pPr>
              <a:defRPr sz="1800"/>
            </a:lvl5pPr>
            <a:lvl6pPr>
              <a:defRPr sz="1800"/>
            </a:lvl6pPr>
            <a:lvl7pPr>
              <a:defRPr sz="1800"/>
            </a:lvl7pPr>
            <a:lvl8pPr>
              <a:defRPr sz="1800"/>
            </a:lvl8pPr>
            <a:lvl9pPr>
              <a:defRPr sz="1800"/>
            </a:lvl9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5" name="Foliennummernplatzhalter 5"/>
          <p:cNvSpPr>
            <a:spLocks noGrp="1"/>
          </p:cNvSpPr>
          <p:nvPr>
            <p:ph type="sldNum" sz="quarter" idx="10"/>
          </p:nvPr>
        </p:nvSpPr>
        <p:spPr/>
        <p:txBody>
          <a:bodyPr/>
          <a:lstStyle>
            <a:lvl1pPr>
              <a:defRPr/>
            </a:lvl1pPr>
          </a:lstStyle>
          <a:p>
            <a:pPr>
              <a:defRPr/>
            </a:pPr>
            <a:fld id="{E6315162-6469-F349-9026-AA5216DF4595}" type="slidenum">
              <a:rPr lang="de-DE" altLang="de-DE"/>
              <a:pPr>
                <a:defRPr/>
              </a:pPr>
              <a:t>‹Nr.›</a:t>
            </a:fld>
            <a:endParaRPr lang="de-DE" altLang="de-DE"/>
          </a:p>
        </p:txBody>
      </p:sp>
    </p:spTree>
    <p:extLst>
      <p:ext uri="{BB962C8B-B14F-4D97-AF65-F5344CB8AC3E}">
        <p14:creationId xmlns:p14="http://schemas.microsoft.com/office/powerpoint/2010/main" val="1912198851"/>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1_Aufzählungsfeld+Bild">
    <p:spTree>
      <p:nvGrpSpPr>
        <p:cNvPr id="1" name=""/>
        <p:cNvGrpSpPr/>
        <p:nvPr/>
      </p:nvGrpSpPr>
      <p:grpSpPr>
        <a:xfrm>
          <a:off x="0" y="0"/>
          <a:ext cx="0" cy="0"/>
          <a:chOff x="0" y="0"/>
          <a:chExt cx="0" cy="0"/>
        </a:xfrm>
      </p:grpSpPr>
      <p:sp>
        <p:nvSpPr>
          <p:cNvPr id="5" name="Bildplatzhalter 4"/>
          <p:cNvSpPr>
            <a:spLocks noGrp="1"/>
          </p:cNvSpPr>
          <p:nvPr>
            <p:ph type="pic" sz="quarter" idx="11"/>
          </p:nvPr>
        </p:nvSpPr>
        <p:spPr>
          <a:xfrm>
            <a:off x="8132234" y="1620001"/>
            <a:ext cx="3526367" cy="4617288"/>
          </a:xfrm>
        </p:spPr>
        <p:txBody>
          <a:bodyPr/>
          <a:lstStyle>
            <a:lvl1pPr marL="0" indent="0">
              <a:buFontTx/>
              <a:buNone/>
              <a:defRPr/>
            </a:lvl1pPr>
          </a:lstStyle>
          <a:p>
            <a:endParaRPr lang="de-DE" dirty="0"/>
          </a:p>
        </p:txBody>
      </p:sp>
      <p:sp>
        <p:nvSpPr>
          <p:cNvPr id="3" name="Inhaltsplatzhalter 2"/>
          <p:cNvSpPr>
            <a:spLocks noGrp="1"/>
          </p:cNvSpPr>
          <p:nvPr>
            <p:ph idx="1"/>
          </p:nvPr>
        </p:nvSpPr>
        <p:spPr>
          <a:xfrm>
            <a:off x="432000" y="1620000"/>
            <a:ext cx="7512787" cy="4617288"/>
          </a:xfrm>
        </p:spPr>
        <p:txBody>
          <a:bodyPr lIns="0"/>
          <a:lstStyle>
            <a:lvl1pPr>
              <a:defRPr sz="1800">
                <a:solidFill>
                  <a:srgbClr val="4A5C66"/>
                </a:solidFill>
                <a:latin typeface="Arial" pitchFamily="34" charset="0"/>
                <a:cs typeface="Arial" pitchFamily="34" charset="0"/>
              </a:defRPr>
            </a:lvl1pPr>
            <a:lvl2pPr>
              <a:defRPr sz="1800">
                <a:solidFill>
                  <a:srgbClr val="4A5C66"/>
                </a:solidFill>
                <a:latin typeface="Arial" pitchFamily="34" charset="0"/>
                <a:cs typeface="Arial" pitchFamily="34" charset="0"/>
              </a:defRPr>
            </a:lvl2pPr>
            <a:lvl3pPr>
              <a:defRPr sz="1800">
                <a:solidFill>
                  <a:srgbClr val="4A5C66"/>
                </a:solidFill>
                <a:latin typeface="Arial" pitchFamily="34" charset="0"/>
                <a:cs typeface="Arial" pitchFamily="34" charset="0"/>
              </a:defRPr>
            </a:lvl3pPr>
            <a:lvl4pPr>
              <a:defRPr sz="1800">
                <a:solidFill>
                  <a:srgbClr val="4A5C66"/>
                </a:solidFill>
                <a:latin typeface="Arial" pitchFamily="34" charset="0"/>
                <a:cs typeface="Arial" pitchFamily="34" charset="0"/>
              </a:defRPr>
            </a:lvl4pPr>
            <a:lvl5pPr>
              <a:defRPr sz="1800">
                <a:solidFill>
                  <a:srgbClr val="4A5C66"/>
                </a:solidFill>
                <a:latin typeface="Arial" pitchFamily="34" charset="0"/>
                <a:cs typeface="Arial" pitchFamily="34" charset="0"/>
              </a:defRPr>
            </a:lvl5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10" name="Titel 9"/>
          <p:cNvSpPr>
            <a:spLocks noGrp="1"/>
          </p:cNvSpPr>
          <p:nvPr>
            <p:ph type="title"/>
          </p:nvPr>
        </p:nvSpPr>
        <p:spPr>
          <a:xfrm>
            <a:off x="432000" y="1080000"/>
            <a:ext cx="11227200" cy="576000"/>
          </a:xfrm>
        </p:spPr>
        <p:txBody>
          <a:bodyPr lIns="0"/>
          <a:lstStyle>
            <a:lvl1pPr>
              <a:defRPr sz="2200"/>
            </a:lvl1pPr>
          </a:lstStyle>
          <a:p>
            <a:r>
              <a:rPr lang="de-DE" dirty="0"/>
              <a:t>Mastertitelformat bearbeiten</a:t>
            </a:r>
          </a:p>
        </p:txBody>
      </p:sp>
      <p:sp>
        <p:nvSpPr>
          <p:cNvPr id="4" name="Foliennummernplatzhalter 5"/>
          <p:cNvSpPr>
            <a:spLocks noGrp="1"/>
          </p:cNvSpPr>
          <p:nvPr>
            <p:ph type="sldNum" sz="quarter" idx="10"/>
          </p:nvPr>
        </p:nvSpPr>
        <p:spPr/>
        <p:txBody>
          <a:bodyPr/>
          <a:lstStyle>
            <a:lvl1pPr>
              <a:defRPr/>
            </a:lvl1pPr>
          </a:lstStyle>
          <a:p>
            <a:pPr>
              <a:defRPr/>
            </a:pPr>
            <a:fld id="{5D6CBC89-780D-6F43-A4AF-E4A7285D6779}" type="slidenum">
              <a:rPr lang="de-DE" altLang="de-DE"/>
              <a:pPr>
                <a:defRPr/>
              </a:pPr>
              <a:t>‹Nr.›</a:t>
            </a:fld>
            <a:endParaRPr lang="de-DE" altLang="de-DE"/>
          </a:p>
        </p:txBody>
      </p:sp>
    </p:spTree>
  </p:cSld>
  <p:clrMapOvr>
    <a:masterClrMapping/>
  </p:clrMapOvr>
  <p:extLst>
    <p:ext uri="{DCECCB84-F9BA-43D5-87BE-67443E8EF086}">
      <p15:sldGuideLst xmlns:p15="http://schemas.microsoft.com/office/powerpoint/2012/main">
        <p15:guide id="1" orient="horz" pos="1071" userDrawn="1">
          <p15:clr>
            <a:srgbClr val="FBAE40"/>
          </p15:clr>
        </p15:guide>
      </p15:sldGuideLst>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Textfeld+Aufzählungsfeld+Bild">
    <p:spTree>
      <p:nvGrpSpPr>
        <p:cNvPr id="1" name=""/>
        <p:cNvGrpSpPr/>
        <p:nvPr/>
      </p:nvGrpSpPr>
      <p:grpSpPr>
        <a:xfrm>
          <a:off x="0" y="0"/>
          <a:ext cx="0" cy="0"/>
          <a:chOff x="0" y="0"/>
          <a:chExt cx="0" cy="0"/>
        </a:xfrm>
      </p:grpSpPr>
      <p:sp>
        <p:nvSpPr>
          <p:cNvPr id="5" name="Bildplatzhalter 4"/>
          <p:cNvSpPr>
            <a:spLocks noGrp="1"/>
          </p:cNvSpPr>
          <p:nvPr>
            <p:ph type="pic" sz="quarter" idx="11"/>
          </p:nvPr>
        </p:nvSpPr>
        <p:spPr>
          <a:xfrm>
            <a:off x="8132234" y="1620001"/>
            <a:ext cx="3526367" cy="4617288"/>
          </a:xfrm>
        </p:spPr>
        <p:txBody>
          <a:bodyPr/>
          <a:lstStyle>
            <a:lvl1pPr marL="0" indent="0">
              <a:buFontTx/>
              <a:buNone/>
              <a:defRPr/>
            </a:lvl1pPr>
          </a:lstStyle>
          <a:p>
            <a:endParaRPr lang="de-DE" dirty="0"/>
          </a:p>
        </p:txBody>
      </p:sp>
      <p:sp>
        <p:nvSpPr>
          <p:cNvPr id="3" name="Inhaltsplatzhalter 2"/>
          <p:cNvSpPr>
            <a:spLocks noGrp="1"/>
          </p:cNvSpPr>
          <p:nvPr>
            <p:ph idx="1"/>
          </p:nvPr>
        </p:nvSpPr>
        <p:spPr>
          <a:xfrm>
            <a:off x="432000" y="3060000"/>
            <a:ext cx="7512787" cy="3177288"/>
          </a:xfrm>
        </p:spPr>
        <p:txBody>
          <a:bodyPr lIns="0"/>
          <a:lstStyle>
            <a:lvl1pPr>
              <a:defRPr sz="1800">
                <a:solidFill>
                  <a:srgbClr val="4A5C66"/>
                </a:solidFill>
                <a:latin typeface="Arial" pitchFamily="34" charset="0"/>
                <a:cs typeface="Arial" pitchFamily="34" charset="0"/>
              </a:defRPr>
            </a:lvl1pPr>
            <a:lvl2pPr>
              <a:defRPr sz="1800">
                <a:solidFill>
                  <a:srgbClr val="4A5C66"/>
                </a:solidFill>
                <a:latin typeface="Arial" pitchFamily="34" charset="0"/>
                <a:cs typeface="Arial" pitchFamily="34" charset="0"/>
              </a:defRPr>
            </a:lvl2pPr>
            <a:lvl3pPr>
              <a:defRPr sz="1800">
                <a:solidFill>
                  <a:srgbClr val="4A5C66"/>
                </a:solidFill>
                <a:latin typeface="Arial" pitchFamily="34" charset="0"/>
                <a:cs typeface="Arial" pitchFamily="34" charset="0"/>
              </a:defRPr>
            </a:lvl3pPr>
            <a:lvl4pPr>
              <a:defRPr sz="1800">
                <a:solidFill>
                  <a:srgbClr val="4A5C66"/>
                </a:solidFill>
                <a:latin typeface="Arial" pitchFamily="34" charset="0"/>
                <a:cs typeface="Arial" pitchFamily="34" charset="0"/>
              </a:defRPr>
            </a:lvl4pPr>
            <a:lvl5pPr>
              <a:defRPr sz="1800">
                <a:solidFill>
                  <a:srgbClr val="4A5C66"/>
                </a:solidFill>
                <a:latin typeface="Arial" pitchFamily="34" charset="0"/>
                <a:cs typeface="Arial" pitchFamily="34" charset="0"/>
              </a:defRPr>
            </a:lvl5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10" name="Titel 9"/>
          <p:cNvSpPr>
            <a:spLocks noGrp="1"/>
          </p:cNvSpPr>
          <p:nvPr>
            <p:ph type="title"/>
          </p:nvPr>
        </p:nvSpPr>
        <p:spPr>
          <a:xfrm>
            <a:off x="432000" y="1080000"/>
            <a:ext cx="11227200" cy="576000"/>
          </a:xfrm>
        </p:spPr>
        <p:txBody>
          <a:bodyPr lIns="0"/>
          <a:lstStyle>
            <a:lvl1pPr>
              <a:defRPr sz="2200"/>
            </a:lvl1pPr>
          </a:lstStyle>
          <a:p>
            <a:r>
              <a:rPr lang="de-DE" dirty="0"/>
              <a:t>Mastertitelformat bearbeiten</a:t>
            </a:r>
          </a:p>
        </p:txBody>
      </p:sp>
      <p:sp>
        <p:nvSpPr>
          <p:cNvPr id="4" name="Foliennummernplatzhalter 5"/>
          <p:cNvSpPr>
            <a:spLocks noGrp="1"/>
          </p:cNvSpPr>
          <p:nvPr>
            <p:ph type="sldNum" sz="quarter" idx="10"/>
          </p:nvPr>
        </p:nvSpPr>
        <p:spPr/>
        <p:txBody>
          <a:bodyPr/>
          <a:lstStyle>
            <a:lvl1pPr>
              <a:defRPr/>
            </a:lvl1pPr>
          </a:lstStyle>
          <a:p>
            <a:pPr>
              <a:defRPr/>
            </a:pPr>
            <a:fld id="{5D6CBC89-780D-6F43-A4AF-E4A7285D6779}" type="slidenum">
              <a:rPr lang="de-DE" altLang="de-DE"/>
              <a:pPr>
                <a:defRPr/>
              </a:pPr>
              <a:t>‹Nr.›</a:t>
            </a:fld>
            <a:endParaRPr lang="de-DE" altLang="de-DE"/>
          </a:p>
        </p:txBody>
      </p:sp>
      <p:sp>
        <p:nvSpPr>
          <p:cNvPr id="11" name="Textplatzhalter 10"/>
          <p:cNvSpPr>
            <a:spLocks noGrp="1"/>
          </p:cNvSpPr>
          <p:nvPr>
            <p:ph type="body" sz="quarter" idx="12"/>
          </p:nvPr>
        </p:nvSpPr>
        <p:spPr>
          <a:xfrm>
            <a:off x="431799" y="1620001"/>
            <a:ext cx="8352500" cy="1431925"/>
          </a:xfrm>
        </p:spPr>
        <p:txBody>
          <a:bodyPr/>
          <a:lstStyle>
            <a:lvl1pPr marL="0" indent="0">
              <a:buFontTx/>
              <a:buNone/>
              <a:defRPr/>
            </a:lvl1pPr>
            <a:lvl2pPr marL="266700" indent="0">
              <a:buNone/>
              <a:defRPr/>
            </a:lvl2pPr>
            <a:lvl3pPr marL="542925" indent="0">
              <a:buNone/>
              <a:defRPr/>
            </a:lvl3pPr>
            <a:lvl4pPr marL="809625" indent="0">
              <a:buNone/>
              <a:defRPr/>
            </a:lvl4pPr>
            <a:lvl5pPr marL="1076325" indent="0">
              <a:buNone/>
              <a:defRPr/>
            </a:lvl5pPr>
          </a:lstStyle>
          <a:p>
            <a:pPr lvl="0"/>
            <a:r>
              <a:rPr lang="de-DE" dirty="0"/>
              <a:t>Mastertextformat bearbeiten</a:t>
            </a: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theme" Target="../theme/theme1.xml"/><Relationship Id="rId18" Type="http://schemas.openxmlformats.org/officeDocument/2006/relationships/image" Target="../media/image1.png"/><Relationship Id="rId19" Type="http://schemas.openxmlformats.org/officeDocument/2006/relationships/image" Target="../media/image2.svg"/><Relationship Id="rId20" Type="http://schemas.openxmlformats.org/officeDocument/2006/relationships/image" Target="../media/image3.emf"/></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26" name="Titelplatzhalter 1"/>
          <p:cNvSpPr>
            <a:spLocks noGrp="1"/>
          </p:cNvSpPr>
          <p:nvPr>
            <p:ph type="title"/>
          </p:nvPr>
        </p:nvSpPr>
        <p:spPr bwMode="auto">
          <a:xfrm>
            <a:off x="432001" y="1080000"/>
            <a:ext cx="11324167" cy="5762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 xmlns:ma14="http://schemas.microsoft.com/office/mac/drawingml/2011/main" val="1"/>
            </a:ext>
          </a:extLst>
        </p:spPr>
        <p:txBody>
          <a:bodyPr vert="horz" wrap="square" lIns="0" tIns="45720" rIns="0" bIns="45720" numCol="1" anchor="t" anchorCtr="0" compatLnSpc="1">
            <a:prstTxWarp prst="textNoShape">
              <a:avLst/>
            </a:prstTxWarp>
          </a:bodyPr>
          <a:lstStyle/>
          <a:p>
            <a:pPr lvl="0"/>
            <a:r>
              <a:rPr lang="de-DE" altLang="de-DE" dirty="0"/>
              <a:t>Titelmasterformat durch Klicken bearbeiten</a:t>
            </a:r>
          </a:p>
        </p:txBody>
      </p:sp>
      <p:sp>
        <p:nvSpPr>
          <p:cNvPr id="1027" name="Textplatzhalter 2"/>
          <p:cNvSpPr>
            <a:spLocks noGrp="1"/>
          </p:cNvSpPr>
          <p:nvPr>
            <p:ph type="body" idx="1"/>
          </p:nvPr>
        </p:nvSpPr>
        <p:spPr bwMode="auto">
          <a:xfrm>
            <a:off x="432000" y="1620001"/>
            <a:ext cx="11330517" cy="4525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 xmlns:ma14="http://schemas.microsoft.com/office/mac/drawingml/2011/main" val="1"/>
            </a:ext>
          </a:extLst>
        </p:spPr>
        <p:txBody>
          <a:bodyPr vert="horz" wrap="square" lIns="0" tIns="45720" rIns="91440" bIns="45720" numCol="1" anchor="t" anchorCtr="0" compatLnSpc="1">
            <a:prstTxWarp prst="textNoShape">
              <a:avLst/>
            </a:prstTxWarp>
          </a:bodyPr>
          <a:lstStyle/>
          <a:p>
            <a:pPr lvl="0"/>
            <a:r>
              <a:rPr lang="de-DE" altLang="de-DE" dirty="0"/>
              <a:t>Textmasterformate durch Klicken bearbeiten</a:t>
            </a:r>
          </a:p>
          <a:p>
            <a:pPr lvl="1"/>
            <a:r>
              <a:rPr lang="de-DE" altLang="de-DE" dirty="0"/>
              <a:t>Zweite Ebene</a:t>
            </a:r>
          </a:p>
          <a:p>
            <a:pPr lvl="2"/>
            <a:r>
              <a:rPr lang="de-DE" altLang="de-DE" dirty="0"/>
              <a:t>Dritte Ebene</a:t>
            </a:r>
          </a:p>
          <a:p>
            <a:pPr lvl="3"/>
            <a:r>
              <a:rPr lang="de-DE" altLang="de-DE" dirty="0"/>
              <a:t>Vierte Ebene</a:t>
            </a:r>
          </a:p>
          <a:p>
            <a:pPr lvl="4"/>
            <a:r>
              <a:rPr lang="de-DE" altLang="de-DE" dirty="0"/>
              <a:t>Fünfte Ebene</a:t>
            </a:r>
          </a:p>
        </p:txBody>
      </p:sp>
      <p:sp>
        <p:nvSpPr>
          <p:cNvPr id="1028" name="Rectangle 5"/>
          <p:cNvSpPr>
            <a:spLocks noChangeArrowheads="1"/>
          </p:cNvSpPr>
          <p:nvPr userDrawn="1"/>
        </p:nvSpPr>
        <p:spPr bwMode="auto">
          <a:xfrm>
            <a:off x="1" y="6497638"/>
            <a:ext cx="12187767" cy="360362"/>
          </a:xfrm>
          <a:prstGeom prst="rect">
            <a:avLst/>
          </a:prstGeom>
          <a:solidFill>
            <a:srgbClr val="4A5C66"/>
          </a:solidFill>
          <a:ln>
            <a:noFill/>
          </a:ln>
        </p:spPr>
        <p:txBody>
          <a:bodyPr wrap="none" anchor="ctr"/>
          <a:lstStyle>
            <a:lvl1pPr>
              <a:defRPr sz="2400">
                <a:solidFill>
                  <a:schemeClr val="tx1"/>
                </a:solidFill>
                <a:latin typeface="Calibri" pitchFamily="34" charset="0"/>
                <a:ea typeface="MS PGothic" pitchFamily="34" charset="-128"/>
              </a:defRPr>
            </a:lvl1pPr>
            <a:lvl2pPr marL="742950" indent="-285750">
              <a:defRPr sz="2400">
                <a:solidFill>
                  <a:schemeClr val="tx1"/>
                </a:solidFill>
                <a:latin typeface="Calibri" pitchFamily="34" charset="0"/>
                <a:ea typeface="MS PGothic" pitchFamily="34" charset="-128"/>
              </a:defRPr>
            </a:lvl2pPr>
            <a:lvl3pPr marL="1143000" indent="-228600">
              <a:defRPr sz="2400">
                <a:solidFill>
                  <a:schemeClr val="tx1"/>
                </a:solidFill>
                <a:latin typeface="Calibri" pitchFamily="34" charset="0"/>
                <a:ea typeface="MS PGothic" pitchFamily="34" charset="-128"/>
              </a:defRPr>
            </a:lvl3pPr>
            <a:lvl4pPr marL="1600200" indent="-228600">
              <a:defRPr sz="2400">
                <a:solidFill>
                  <a:schemeClr val="tx1"/>
                </a:solidFill>
                <a:latin typeface="Calibri" pitchFamily="34" charset="0"/>
                <a:ea typeface="MS PGothic" pitchFamily="34" charset="-128"/>
              </a:defRPr>
            </a:lvl4pPr>
            <a:lvl5pPr marL="2057400" indent="-228600">
              <a:defRPr sz="2400">
                <a:solidFill>
                  <a:schemeClr val="tx1"/>
                </a:solidFill>
                <a:latin typeface="Calibri" pitchFamily="34" charset="0"/>
                <a:ea typeface="MS PGothic" pitchFamily="34" charset="-128"/>
              </a:defRPr>
            </a:lvl5pPr>
            <a:lvl6pPr marL="2514600" indent="-228600" eaLnBrk="0" fontAlgn="base" hangingPunct="0">
              <a:spcBef>
                <a:spcPct val="0"/>
              </a:spcBef>
              <a:spcAft>
                <a:spcPct val="0"/>
              </a:spcAft>
              <a:defRPr sz="2400">
                <a:solidFill>
                  <a:schemeClr val="tx1"/>
                </a:solidFill>
                <a:latin typeface="Calibri" pitchFamily="34" charset="0"/>
                <a:ea typeface="MS PGothic" pitchFamily="34" charset="-128"/>
              </a:defRPr>
            </a:lvl6pPr>
            <a:lvl7pPr marL="2971800" indent="-228600" eaLnBrk="0" fontAlgn="base" hangingPunct="0">
              <a:spcBef>
                <a:spcPct val="0"/>
              </a:spcBef>
              <a:spcAft>
                <a:spcPct val="0"/>
              </a:spcAft>
              <a:defRPr sz="2400">
                <a:solidFill>
                  <a:schemeClr val="tx1"/>
                </a:solidFill>
                <a:latin typeface="Calibri" pitchFamily="34" charset="0"/>
                <a:ea typeface="MS PGothic" pitchFamily="34" charset="-128"/>
              </a:defRPr>
            </a:lvl7pPr>
            <a:lvl8pPr marL="3429000" indent="-228600" eaLnBrk="0" fontAlgn="base" hangingPunct="0">
              <a:spcBef>
                <a:spcPct val="0"/>
              </a:spcBef>
              <a:spcAft>
                <a:spcPct val="0"/>
              </a:spcAft>
              <a:defRPr sz="2400">
                <a:solidFill>
                  <a:schemeClr val="tx1"/>
                </a:solidFill>
                <a:latin typeface="Calibri" pitchFamily="34" charset="0"/>
                <a:ea typeface="MS PGothic" pitchFamily="34" charset="-128"/>
              </a:defRPr>
            </a:lvl8pPr>
            <a:lvl9pPr marL="3886200" indent="-228600" eaLnBrk="0" fontAlgn="base" hangingPunct="0">
              <a:spcBef>
                <a:spcPct val="0"/>
              </a:spcBef>
              <a:spcAft>
                <a:spcPct val="0"/>
              </a:spcAft>
              <a:defRPr sz="2400">
                <a:solidFill>
                  <a:schemeClr val="tx1"/>
                </a:solidFill>
                <a:latin typeface="Calibri" pitchFamily="34" charset="0"/>
                <a:ea typeface="MS PGothic" pitchFamily="34" charset="-128"/>
              </a:defRPr>
            </a:lvl9pPr>
          </a:lstStyle>
          <a:p>
            <a:pPr eaLnBrk="1" hangingPunct="1">
              <a:defRPr/>
            </a:pPr>
            <a:endParaRPr lang="de-DE" altLang="de-DE" sz="1800">
              <a:cs typeface="Arial" pitchFamily="34" charset="0"/>
            </a:endParaRPr>
          </a:p>
        </p:txBody>
      </p:sp>
      <p:sp>
        <p:nvSpPr>
          <p:cNvPr id="6" name="Foliennummernplatzhalter 5"/>
          <p:cNvSpPr>
            <a:spLocks noGrp="1"/>
          </p:cNvSpPr>
          <p:nvPr>
            <p:ph type="sldNum" sz="quarter" idx="4"/>
          </p:nvPr>
        </p:nvSpPr>
        <p:spPr>
          <a:xfrm>
            <a:off x="11184467" y="6546850"/>
            <a:ext cx="637117" cy="266700"/>
          </a:xfrm>
          <a:prstGeom prst="rect">
            <a:avLst/>
          </a:prstGeom>
        </p:spPr>
        <p:txBody>
          <a:bodyPr vert="horz" wrap="square" lIns="91440" tIns="45720" rIns="91440" bIns="45720" numCol="1" anchor="ctr" anchorCtr="0" compatLnSpc="1">
            <a:prstTxWarp prst="textNoShape">
              <a:avLst/>
            </a:prstTxWarp>
          </a:bodyPr>
          <a:lstStyle>
            <a:lvl1pPr algn="r" eaLnBrk="1" hangingPunct="1">
              <a:defRPr sz="1100">
                <a:solidFill>
                  <a:schemeClr val="bg1"/>
                </a:solidFill>
                <a:latin typeface="Arial" charset="0"/>
              </a:defRPr>
            </a:lvl1pPr>
          </a:lstStyle>
          <a:p>
            <a:pPr>
              <a:defRPr/>
            </a:pPr>
            <a:fld id="{2866142A-AFED-1443-8B06-6463BAB2C889}" type="slidenum">
              <a:rPr lang="de-DE" altLang="de-DE"/>
              <a:pPr>
                <a:defRPr/>
              </a:pPr>
              <a:t>‹Nr.›</a:t>
            </a:fld>
            <a:endParaRPr lang="de-DE" altLang="de-DE"/>
          </a:p>
        </p:txBody>
      </p:sp>
      <p:sp>
        <p:nvSpPr>
          <p:cNvPr id="1032" name="Textfeld 2"/>
          <p:cNvSpPr txBox="1">
            <a:spLocks noChangeArrowheads="1"/>
          </p:cNvSpPr>
          <p:nvPr userDrawn="1"/>
        </p:nvSpPr>
        <p:spPr bwMode="auto">
          <a:xfrm>
            <a:off x="7727951" y="6548438"/>
            <a:ext cx="2882900" cy="266700"/>
          </a:xfrm>
          <a:prstGeom prst="rect">
            <a:avLst/>
          </a:prstGeom>
          <a:noFill/>
          <a:ln>
            <a:noFill/>
          </a:ln>
        </p:spPr>
        <p:txBody>
          <a:bodyPr>
            <a:spAutoFit/>
          </a:bodyPr>
          <a:lstStyle>
            <a:lvl1pPr eaLnBrk="0" hangingPunct="0">
              <a:defRPr>
                <a:solidFill>
                  <a:schemeClr val="tx1"/>
                </a:solidFill>
                <a:latin typeface="Calibri" pitchFamily="34" charset="0"/>
                <a:cs typeface="Arial" charset="0"/>
              </a:defRPr>
            </a:lvl1pPr>
            <a:lvl2pPr marL="742950" indent="-285750" eaLnBrk="0" hangingPunct="0">
              <a:defRPr>
                <a:solidFill>
                  <a:schemeClr val="tx1"/>
                </a:solidFill>
                <a:latin typeface="Calibri" pitchFamily="34" charset="0"/>
                <a:cs typeface="Arial" charset="0"/>
              </a:defRPr>
            </a:lvl2pPr>
            <a:lvl3pPr marL="1143000" indent="-228600" eaLnBrk="0" hangingPunct="0">
              <a:defRPr>
                <a:solidFill>
                  <a:schemeClr val="tx1"/>
                </a:solidFill>
                <a:latin typeface="Calibri" pitchFamily="34" charset="0"/>
                <a:cs typeface="Arial" charset="0"/>
              </a:defRPr>
            </a:lvl3pPr>
            <a:lvl4pPr marL="1600200" indent="-228600" eaLnBrk="0" hangingPunct="0">
              <a:defRPr>
                <a:solidFill>
                  <a:schemeClr val="tx1"/>
                </a:solidFill>
                <a:latin typeface="Calibri" pitchFamily="34" charset="0"/>
                <a:cs typeface="Arial" charset="0"/>
              </a:defRPr>
            </a:lvl4pPr>
            <a:lvl5pPr marL="2057400" indent="-228600" eaLnBrk="0" hangingPunct="0">
              <a:defRPr>
                <a:solidFill>
                  <a:schemeClr val="tx1"/>
                </a:solidFill>
                <a:latin typeface="Calibri" pitchFamily="34" charset="0"/>
                <a:cs typeface="Arial" charset="0"/>
              </a:defRPr>
            </a:lvl5pPr>
            <a:lvl6pPr marL="2514600" indent="-228600" eaLnBrk="0" fontAlgn="base" hangingPunct="0">
              <a:spcBef>
                <a:spcPct val="0"/>
              </a:spcBef>
              <a:spcAft>
                <a:spcPct val="0"/>
              </a:spcAft>
              <a:defRPr>
                <a:solidFill>
                  <a:schemeClr val="tx1"/>
                </a:solidFill>
                <a:latin typeface="Calibri" pitchFamily="34" charset="0"/>
                <a:cs typeface="Arial" charset="0"/>
              </a:defRPr>
            </a:lvl6pPr>
            <a:lvl7pPr marL="2971800" indent="-228600" eaLnBrk="0" fontAlgn="base" hangingPunct="0">
              <a:spcBef>
                <a:spcPct val="0"/>
              </a:spcBef>
              <a:spcAft>
                <a:spcPct val="0"/>
              </a:spcAft>
              <a:defRPr>
                <a:solidFill>
                  <a:schemeClr val="tx1"/>
                </a:solidFill>
                <a:latin typeface="Calibri" pitchFamily="34" charset="0"/>
                <a:cs typeface="Arial" charset="0"/>
              </a:defRPr>
            </a:lvl7pPr>
            <a:lvl8pPr marL="3429000" indent="-228600" eaLnBrk="0" fontAlgn="base" hangingPunct="0">
              <a:spcBef>
                <a:spcPct val="0"/>
              </a:spcBef>
              <a:spcAft>
                <a:spcPct val="0"/>
              </a:spcAft>
              <a:defRPr>
                <a:solidFill>
                  <a:schemeClr val="tx1"/>
                </a:solidFill>
                <a:latin typeface="Calibri" pitchFamily="34" charset="0"/>
                <a:cs typeface="Arial" charset="0"/>
              </a:defRPr>
            </a:lvl8pPr>
            <a:lvl9pPr marL="3886200" indent="-228600" eaLnBrk="0" fontAlgn="base" hangingPunct="0">
              <a:spcBef>
                <a:spcPct val="0"/>
              </a:spcBef>
              <a:spcAft>
                <a:spcPct val="0"/>
              </a:spcAft>
              <a:defRPr>
                <a:solidFill>
                  <a:schemeClr val="tx1"/>
                </a:solidFill>
                <a:latin typeface="Calibri" pitchFamily="34" charset="0"/>
                <a:cs typeface="Arial" charset="0"/>
              </a:defRPr>
            </a:lvl9pPr>
          </a:lstStyle>
          <a:p>
            <a:pPr eaLnBrk="1" hangingPunct="1">
              <a:defRPr/>
            </a:pPr>
            <a:r>
              <a:rPr lang="de-DE" sz="1100">
                <a:solidFill>
                  <a:schemeClr val="bg1"/>
                </a:solidFill>
                <a:latin typeface="Arial" charset="0"/>
                <a:ea typeface="+mn-ea"/>
              </a:rPr>
              <a:t>Aly Elbermawy</a:t>
            </a:r>
            <a:endParaRPr lang="de-DE" sz="1100" dirty="0">
              <a:solidFill>
                <a:schemeClr val="bg1"/>
              </a:solidFill>
              <a:latin typeface="Arial" charset="0"/>
              <a:ea typeface="+mn-ea"/>
            </a:endParaRPr>
          </a:p>
        </p:txBody>
      </p:sp>
      <p:sp>
        <p:nvSpPr>
          <p:cNvPr id="1033" name="Textfeld 3"/>
          <p:cNvSpPr txBox="1">
            <a:spLocks noChangeArrowheads="1"/>
          </p:cNvSpPr>
          <p:nvPr userDrawn="1"/>
        </p:nvSpPr>
        <p:spPr bwMode="auto">
          <a:xfrm>
            <a:off x="10608734" y="6548438"/>
            <a:ext cx="768351" cy="266700"/>
          </a:xfrm>
          <a:prstGeom prst="rect">
            <a:avLst/>
          </a:prstGeom>
          <a:noFill/>
          <a:ln>
            <a:noFill/>
          </a:ln>
        </p:spPr>
        <p:txBody>
          <a:bodyPr>
            <a:spAutoFit/>
          </a:bodyPr>
          <a:lstStyle>
            <a:lvl1pPr eaLnBrk="0" hangingPunct="0">
              <a:defRPr>
                <a:solidFill>
                  <a:schemeClr val="tx1"/>
                </a:solidFill>
                <a:latin typeface="Calibri" pitchFamily="34" charset="0"/>
                <a:cs typeface="Arial" charset="0"/>
              </a:defRPr>
            </a:lvl1pPr>
            <a:lvl2pPr marL="742950" indent="-285750" eaLnBrk="0" hangingPunct="0">
              <a:defRPr>
                <a:solidFill>
                  <a:schemeClr val="tx1"/>
                </a:solidFill>
                <a:latin typeface="Calibri" pitchFamily="34" charset="0"/>
                <a:cs typeface="Arial" charset="0"/>
              </a:defRPr>
            </a:lvl2pPr>
            <a:lvl3pPr marL="1143000" indent="-228600" eaLnBrk="0" hangingPunct="0">
              <a:defRPr>
                <a:solidFill>
                  <a:schemeClr val="tx1"/>
                </a:solidFill>
                <a:latin typeface="Calibri" pitchFamily="34" charset="0"/>
                <a:cs typeface="Arial" charset="0"/>
              </a:defRPr>
            </a:lvl3pPr>
            <a:lvl4pPr marL="1600200" indent="-228600" eaLnBrk="0" hangingPunct="0">
              <a:defRPr>
                <a:solidFill>
                  <a:schemeClr val="tx1"/>
                </a:solidFill>
                <a:latin typeface="Calibri" pitchFamily="34" charset="0"/>
                <a:cs typeface="Arial" charset="0"/>
              </a:defRPr>
            </a:lvl4pPr>
            <a:lvl5pPr marL="2057400" indent="-228600" eaLnBrk="0" hangingPunct="0">
              <a:defRPr>
                <a:solidFill>
                  <a:schemeClr val="tx1"/>
                </a:solidFill>
                <a:latin typeface="Calibri" pitchFamily="34" charset="0"/>
                <a:cs typeface="Arial" charset="0"/>
              </a:defRPr>
            </a:lvl5pPr>
            <a:lvl6pPr marL="2514600" indent="-228600" eaLnBrk="0" fontAlgn="base" hangingPunct="0">
              <a:spcBef>
                <a:spcPct val="0"/>
              </a:spcBef>
              <a:spcAft>
                <a:spcPct val="0"/>
              </a:spcAft>
              <a:defRPr>
                <a:solidFill>
                  <a:schemeClr val="tx1"/>
                </a:solidFill>
                <a:latin typeface="Calibri" pitchFamily="34" charset="0"/>
                <a:cs typeface="Arial" charset="0"/>
              </a:defRPr>
            </a:lvl6pPr>
            <a:lvl7pPr marL="2971800" indent="-228600" eaLnBrk="0" fontAlgn="base" hangingPunct="0">
              <a:spcBef>
                <a:spcPct val="0"/>
              </a:spcBef>
              <a:spcAft>
                <a:spcPct val="0"/>
              </a:spcAft>
              <a:defRPr>
                <a:solidFill>
                  <a:schemeClr val="tx1"/>
                </a:solidFill>
                <a:latin typeface="Calibri" pitchFamily="34" charset="0"/>
                <a:cs typeface="Arial" charset="0"/>
              </a:defRPr>
            </a:lvl7pPr>
            <a:lvl8pPr marL="3429000" indent="-228600" eaLnBrk="0" fontAlgn="base" hangingPunct="0">
              <a:spcBef>
                <a:spcPct val="0"/>
              </a:spcBef>
              <a:spcAft>
                <a:spcPct val="0"/>
              </a:spcAft>
              <a:defRPr>
                <a:solidFill>
                  <a:schemeClr val="tx1"/>
                </a:solidFill>
                <a:latin typeface="Calibri" pitchFamily="34" charset="0"/>
                <a:cs typeface="Arial" charset="0"/>
              </a:defRPr>
            </a:lvl8pPr>
            <a:lvl9pPr marL="3886200" indent="-228600" eaLnBrk="0" fontAlgn="base" hangingPunct="0">
              <a:spcBef>
                <a:spcPct val="0"/>
              </a:spcBef>
              <a:spcAft>
                <a:spcPct val="0"/>
              </a:spcAft>
              <a:defRPr>
                <a:solidFill>
                  <a:schemeClr val="tx1"/>
                </a:solidFill>
                <a:latin typeface="Calibri" pitchFamily="34" charset="0"/>
                <a:cs typeface="Arial" charset="0"/>
              </a:defRPr>
            </a:lvl9pPr>
          </a:lstStyle>
          <a:p>
            <a:pPr eaLnBrk="1" hangingPunct="1">
              <a:defRPr/>
            </a:pPr>
            <a:r>
              <a:rPr lang="de-DE" sz="1100">
                <a:solidFill>
                  <a:schemeClr val="bg1"/>
                </a:solidFill>
                <a:latin typeface="Arial" charset="0"/>
                <a:ea typeface="+mn-ea"/>
              </a:rPr>
              <a:t>Seite</a:t>
            </a:r>
          </a:p>
        </p:txBody>
      </p:sp>
      <p:pic>
        <p:nvPicPr>
          <p:cNvPr id="12" name="Picture 2">
            <a:extLst>
              <a:ext uri="{FF2B5EF4-FFF2-40B4-BE49-F238E27FC236}">
                <a16:creationId xmlns:a16="http://schemas.microsoft.com/office/drawing/2014/main" id="{4D50FC33-BA03-D341-83A0-35E637362E22}"/>
              </a:ext>
            </a:extLst>
          </p:cNvPr>
          <p:cNvPicPr>
            <a:picLocks noChangeAspect="1" noChangeArrowheads="1"/>
          </p:cNvPicPr>
          <p:nvPr userDrawn="1"/>
        </p:nvPicPr>
        <p:blipFill>
          <a:blip r:embed="rId18">
            <a:extLst>
              <a:ext uri="{28A0092B-C50C-407E-A947-70E740481C1C}">
                <a14:useLocalDpi xmlns:a14="http://schemas.microsoft.com/office/drawing/2010/main" val="0"/>
              </a:ext>
              <a:ext uri="{96DAC541-7B7A-43D3-8B79-37D633B846F1}">
                <asvg:svgBlip xmlns:asvg="http://schemas.microsoft.com/office/drawing/2016/SVG/main" r:embed="rId19"/>
              </a:ext>
            </a:extLst>
          </a:blip>
          <a:srcRect/>
          <a:stretch/>
        </p:blipFill>
        <p:spPr bwMode="auto">
          <a:xfrm>
            <a:off x="442800" y="360000"/>
            <a:ext cx="4260555" cy="540000"/>
          </a:xfrm>
          <a:prstGeom prst="rect">
            <a:avLst/>
          </a:prstGeom>
          <a:noFill/>
          <a:ln>
            <a:noFill/>
          </a:ln>
          <a:effectLst/>
          <a:extLst>
            <a:ext uri="{909E8E84-426E-40dd-AFC4-6F175D3DCCD1}">
              <a14:hiddenFill xmlns:a14="http://schemas.microsoft.com/office/drawing/2010/main" xmlns="">
                <a:solidFill>
                  <a:schemeClr val="accent1"/>
                </a:solidFill>
              </a14:hiddenFill>
            </a:ex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pic>
      <p:pic>
        <p:nvPicPr>
          <p:cNvPr id="4" name="Grafik 3">
            <a:extLst>
              <a:ext uri="{FF2B5EF4-FFF2-40B4-BE49-F238E27FC236}">
                <a16:creationId xmlns:a16="http://schemas.microsoft.com/office/drawing/2014/main" id="{C572C864-C096-EE45-8500-19995A117EE6}"/>
              </a:ext>
            </a:extLst>
          </p:cNvPr>
          <p:cNvPicPr>
            <a:picLocks noChangeAspect="1"/>
          </p:cNvPicPr>
          <p:nvPr userDrawn="1"/>
        </p:nvPicPr>
        <p:blipFill>
          <a:blip r:embed="rId20"/>
          <a:stretch>
            <a:fillRect/>
          </a:stretch>
        </p:blipFill>
        <p:spPr>
          <a:xfrm>
            <a:off x="432000" y="6625975"/>
            <a:ext cx="1976118" cy="104006"/>
          </a:xfrm>
          <a:prstGeom prst="rect">
            <a:avLst/>
          </a:prstGeom>
        </p:spPr>
      </p:pic>
    </p:spTree>
  </p:cSld>
  <p:clrMap bg1="lt1" tx1="dk1" bg2="lt2" tx2="dk2" accent1="accent1" accent2="accent2" accent3="accent3" accent4="accent4" accent5="accent5" accent6="accent6" hlink="hlink" folHlink="folHlink"/>
  <p:sldLayoutIdLst>
    <p:sldLayoutId id="2147484414" r:id="rId1"/>
    <p:sldLayoutId id="2147484427" r:id="rId2"/>
    <p:sldLayoutId id="2147484413" r:id="rId3"/>
    <p:sldLayoutId id="2147484415" r:id="rId4"/>
    <p:sldLayoutId id="2147484405" r:id="rId5"/>
    <p:sldLayoutId id="2147484426" r:id="rId6"/>
    <p:sldLayoutId id="2147484423" r:id="rId7"/>
    <p:sldLayoutId id="2147484420" r:id="rId8"/>
    <p:sldLayoutId id="2147484421" r:id="rId9"/>
    <p:sldLayoutId id="2147484406" r:id="rId10"/>
    <p:sldLayoutId id="2147484416" r:id="rId11"/>
    <p:sldLayoutId id="2147484417" r:id="rId12"/>
    <p:sldLayoutId id="2147484424" r:id="rId13"/>
    <p:sldLayoutId id="2147484407" r:id="rId14"/>
    <p:sldLayoutId id="2147484425" r:id="rId15"/>
    <p:sldLayoutId id="2147484422" r:id="rId16"/>
  </p:sldLayoutIdLst>
  <p:hf hdr="0" ftr="0" dt="0"/>
  <p:txStyles>
    <p:titleStyle>
      <a:lvl1pPr algn="l" rtl="0" eaLnBrk="1" fontAlgn="base" hangingPunct="1">
        <a:spcBef>
          <a:spcPct val="0"/>
        </a:spcBef>
        <a:spcAft>
          <a:spcPct val="0"/>
        </a:spcAft>
        <a:defRPr sz="2200" b="1" kern="1200">
          <a:solidFill>
            <a:srgbClr val="4A5C66"/>
          </a:solidFill>
          <a:latin typeface="Arial" pitchFamily="34" charset="0"/>
          <a:ea typeface="MS PGothic" pitchFamily="34" charset="-128"/>
          <a:cs typeface="Arial" pitchFamily="34" charset="0"/>
        </a:defRPr>
      </a:lvl1pPr>
      <a:lvl2pPr algn="l" rtl="0" eaLnBrk="1" fontAlgn="base" hangingPunct="1">
        <a:spcBef>
          <a:spcPct val="0"/>
        </a:spcBef>
        <a:spcAft>
          <a:spcPct val="0"/>
        </a:spcAft>
        <a:defRPr sz="2400" b="1">
          <a:solidFill>
            <a:srgbClr val="4A5C66"/>
          </a:solidFill>
          <a:latin typeface="Arial" charset="0"/>
          <a:ea typeface="MS PGothic" pitchFamily="34" charset="-128"/>
          <a:cs typeface="Arial" charset="0"/>
        </a:defRPr>
      </a:lvl2pPr>
      <a:lvl3pPr algn="l" rtl="0" eaLnBrk="1" fontAlgn="base" hangingPunct="1">
        <a:spcBef>
          <a:spcPct val="0"/>
        </a:spcBef>
        <a:spcAft>
          <a:spcPct val="0"/>
        </a:spcAft>
        <a:defRPr sz="2400" b="1">
          <a:solidFill>
            <a:srgbClr val="4A5C66"/>
          </a:solidFill>
          <a:latin typeface="Arial" charset="0"/>
          <a:ea typeface="MS PGothic" pitchFamily="34" charset="-128"/>
          <a:cs typeface="Arial" charset="0"/>
        </a:defRPr>
      </a:lvl3pPr>
      <a:lvl4pPr algn="l" rtl="0" eaLnBrk="1" fontAlgn="base" hangingPunct="1">
        <a:spcBef>
          <a:spcPct val="0"/>
        </a:spcBef>
        <a:spcAft>
          <a:spcPct val="0"/>
        </a:spcAft>
        <a:defRPr sz="2400" b="1">
          <a:solidFill>
            <a:srgbClr val="4A5C66"/>
          </a:solidFill>
          <a:latin typeface="Arial" charset="0"/>
          <a:ea typeface="MS PGothic" pitchFamily="34" charset="-128"/>
          <a:cs typeface="Arial" charset="0"/>
        </a:defRPr>
      </a:lvl4pPr>
      <a:lvl5pPr algn="l" rtl="0" eaLnBrk="1" fontAlgn="base" hangingPunct="1">
        <a:spcBef>
          <a:spcPct val="0"/>
        </a:spcBef>
        <a:spcAft>
          <a:spcPct val="0"/>
        </a:spcAft>
        <a:defRPr sz="2400" b="1">
          <a:solidFill>
            <a:srgbClr val="4A5C66"/>
          </a:solidFill>
          <a:latin typeface="Arial" charset="0"/>
          <a:ea typeface="MS PGothic" pitchFamily="34" charset="-128"/>
          <a:cs typeface="Arial" charset="0"/>
        </a:defRPr>
      </a:lvl5pPr>
      <a:lvl6pPr marL="457200" algn="ctr" rtl="0" eaLnBrk="1" fontAlgn="base" hangingPunct="1">
        <a:spcBef>
          <a:spcPct val="0"/>
        </a:spcBef>
        <a:spcAft>
          <a:spcPct val="0"/>
        </a:spcAft>
        <a:defRPr sz="4400">
          <a:solidFill>
            <a:schemeClr val="tx1"/>
          </a:solidFill>
          <a:latin typeface="Calibri" pitchFamily="34" charset="0"/>
        </a:defRPr>
      </a:lvl6pPr>
      <a:lvl7pPr marL="914400" algn="ctr" rtl="0" eaLnBrk="1" fontAlgn="base" hangingPunct="1">
        <a:spcBef>
          <a:spcPct val="0"/>
        </a:spcBef>
        <a:spcAft>
          <a:spcPct val="0"/>
        </a:spcAft>
        <a:defRPr sz="4400">
          <a:solidFill>
            <a:schemeClr val="tx1"/>
          </a:solidFill>
          <a:latin typeface="Calibri" pitchFamily="34" charset="0"/>
        </a:defRPr>
      </a:lvl7pPr>
      <a:lvl8pPr marL="1371600" algn="ctr" rtl="0" eaLnBrk="1" fontAlgn="base" hangingPunct="1">
        <a:spcBef>
          <a:spcPct val="0"/>
        </a:spcBef>
        <a:spcAft>
          <a:spcPct val="0"/>
        </a:spcAft>
        <a:defRPr sz="4400">
          <a:solidFill>
            <a:schemeClr val="tx1"/>
          </a:solidFill>
          <a:latin typeface="Calibri" pitchFamily="34" charset="0"/>
        </a:defRPr>
      </a:lvl8pPr>
      <a:lvl9pPr marL="1828800" algn="ctr" rtl="0" eaLnBrk="1" fontAlgn="base" hangingPunct="1">
        <a:spcBef>
          <a:spcPct val="0"/>
        </a:spcBef>
        <a:spcAft>
          <a:spcPct val="0"/>
        </a:spcAft>
        <a:defRPr sz="4400">
          <a:solidFill>
            <a:schemeClr val="tx1"/>
          </a:solidFill>
          <a:latin typeface="Calibri" pitchFamily="34" charset="0"/>
        </a:defRPr>
      </a:lvl9pPr>
    </p:titleStyle>
    <p:bodyStyle>
      <a:lvl1pPr marL="285750" indent="-285750" algn="l" rtl="0" eaLnBrk="1" fontAlgn="base" hangingPunct="1">
        <a:spcBef>
          <a:spcPct val="20000"/>
        </a:spcBef>
        <a:spcAft>
          <a:spcPct val="0"/>
        </a:spcAft>
        <a:buClr>
          <a:srgbClr val="80BA24"/>
        </a:buClr>
        <a:buSzPct val="106000"/>
        <a:buFont typeface="Wingdings" pitchFamily="2" charset="2"/>
        <a:buChar char="§"/>
        <a:defRPr kern="1200">
          <a:solidFill>
            <a:srgbClr val="4A5C66"/>
          </a:solidFill>
          <a:latin typeface="Arial" pitchFamily="34" charset="0"/>
          <a:ea typeface="MS PGothic" pitchFamily="34" charset="-128"/>
          <a:cs typeface="Arial" pitchFamily="34" charset="0"/>
        </a:defRPr>
      </a:lvl1pPr>
      <a:lvl2pPr marL="552450" indent="-285750" algn="l" rtl="0" eaLnBrk="1" fontAlgn="base" hangingPunct="1">
        <a:spcBef>
          <a:spcPct val="20000"/>
        </a:spcBef>
        <a:spcAft>
          <a:spcPct val="0"/>
        </a:spcAft>
        <a:buClr>
          <a:srgbClr val="80BA24"/>
        </a:buClr>
        <a:buSzPct val="90000"/>
        <a:buFont typeface="Wingdings" pitchFamily="2" charset="2"/>
        <a:buChar char="§"/>
        <a:defRPr kern="1200">
          <a:solidFill>
            <a:srgbClr val="4A5C66"/>
          </a:solidFill>
          <a:latin typeface="Arial" pitchFamily="34" charset="0"/>
          <a:ea typeface="Arial" charset="0"/>
          <a:cs typeface="Arial" pitchFamily="34" charset="0"/>
        </a:defRPr>
      </a:lvl2pPr>
      <a:lvl3pPr marL="828675" indent="-285750" algn="l" rtl="0" eaLnBrk="1" fontAlgn="base" hangingPunct="1">
        <a:spcBef>
          <a:spcPct val="20000"/>
        </a:spcBef>
        <a:spcAft>
          <a:spcPct val="0"/>
        </a:spcAft>
        <a:buClr>
          <a:srgbClr val="80BA24"/>
        </a:buClr>
        <a:buSzPct val="80000"/>
        <a:buFont typeface="Wingdings" pitchFamily="2" charset="2"/>
        <a:buChar char="§"/>
        <a:defRPr kern="1200">
          <a:solidFill>
            <a:srgbClr val="4A5C66"/>
          </a:solidFill>
          <a:latin typeface="Arial" pitchFamily="34" charset="0"/>
          <a:ea typeface="Arial" charset="0"/>
          <a:cs typeface="Arial" pitchFamily="34" charset="0"/>
        </a:defRPr>
      </a:lvl3pPr>
      <a:lvl4pPr marL="1095375" indent="-285750" algn="l" rtl="0" eaLnBrk="1" fontAlgn="base" hangingPunct="1">
        <a:spcBef>
          <a:spcPct val="20000"/>
        </a:spcBef>
        <a:spcAft>
          <a:spcPct val="0"/>
        </a:spcAft>
        <a:buClr>
          <a:srgbClr val="80BA24"/>
        </a:buClr>
        <a:buSzPct val="80000"/>
        <a:buFont typeface="Wingdings" pitchFamily="2" charset="2"/>
        <a:buChar char="§"/>
        <a:defRPr kern="1200">
          <a:solidFill>
            <a:srgbClr val="4A5C66"/>
          </a:solidFill>
          <a:latin typeface="Arial" pitchFamily="34" charset="0"/>
          <a:ea typeface="Arial" charset="0"/>
          <a:cs typeface="Arial" pitchFamily="34" charset="0"/>
        </a:defRPr>
      </a:lvl4pPr>
      <a:lvl5pPr marL="1362075" indent="-285750" algn="l" rtl="0" eaLnBrk="1" fontAlgn="base" hangingPunct="1">
        <a:spcBef>
          <a:spcPct val="20000"/>
        </a:spcBef>
        <a:spcAft>
          <a:spcPct val="0"/>
        </a:spcAft>
        <a:buClr>
          <a:srgbClr val="80BA24"/>
        </a:buClr>
        <a:buSzPct val="80000"/>
        <a:buFont typeface="Wingdings" pitchFamily="2" charset="2"/>
        <a:buChar char="§"/>
        <a:defRPr kern="1200">
          <a:solidFill>
            <a:srgbClr val="4A5C66"/>
          </a:solidFill>
          <a:latin typeface="Arial" pitchFamily="34" charset="0"/>
          <a:ea typeface="Arial" charset="0"/>
          <a:cs typeface="Arial" pitchFamily="34" charset="0"/>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3929"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4.jp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4.jpg"/><Relationship Id="rId3" Type="http://schemas.openxmlformats.org/officeDocument/2006/relationships/image" Target="../media/image15.jpg"/><Relationship Id="rId4" Type="http://schemas.openxmlformats.org/officeDocument/2006/relationships/image" Target="../media/image16.png"/><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chart" Target="../charts/chart1.xml"/><Relationship Id="rId3" Type="http://schemas.openxmlformats.org/officeDocument/2006/relationships/chart" Target="../charts/chart2.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chart" Target="../charts/chart3.xml"/><Relationship Id="rId3" Type="http://schemas.openxmlformats.org/officeDocument/2006/relationships/chart" Target="../charts/chart4.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4.jpg"/><Relationship Id="rId3" Type="http://schemas.openxmlformats.org/officeDocument/2006/relationships/notesSlide" Target="../notesSlides/notesSlide1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 sz="quarter"/>
          </p:nvPr>
        </p:nvSpPr>
        <p:spPr/>
        <p:txBody>
          <a:bodyPr/>
          <a:lstStyle/>
          <a:p>
            <a:pPr>
              <a:spcAft>
                <a:spcPts val="600"/>
              </a:spcAft>
            </a:pPr>
            <a:r>
              <a:rPr sz="1800" b="1">
                <a:solidFill>
                  <a:srgbClr val="263238"/>
                </a:solidFill>
              </a:rPr>
              <a:t>Sturzerkennung mit TinyML in einer sensorischen Einlegesohle</a:t>
            </a:r>
          </a:p>
          <a:p>
            <a:pPr>
              <a:spcAft>
                <a:spcPts val="200"/>
              </a:spcAft>
            </a:pPr>
            <a:r>
              <a:rPr sz="1200" b="0">
                <a:solidFill>
                  <a:srgbClr val="4A5C66"/>
                </a:solidFill>
              </a:rPr>
              <a:t>Studienprojekt 2 · Mechatronik (M.Sc.)</a:t>
            </a:r>
          </a:p>
          <a:p>
            <a:pPr>
              <a:spcAft>
                <a:spcPts val="200"/>
              </a:spcAft>
            </a:pPr>
            <a:r>
              <a:rPr sz="1200" b="1">
                <a:solidFill>
                  <a:srgbClr val="263238"/>
                </a:solidFill>
              </a:rPr>
              <a:t>Aly Elbermawy</a:t>
            </a:r>
          </a:p>
          <a:p>
            <a:pPr>
              <a:spcAft>
                <a:spcPts val="200"/>
              </a:spcAft>
            </a:pPr>
            <a:r>
              <a:rPr sz="1100" b="0">
                <a:solidFill>
                  <a:srgbClr val="4A5C66"/>
                </a:solidFill>
              </a:rPr>
              <a:t>Betreuer: Prof. Dr. Sergej Kovalev</a:t>
            </a:r>
          </a:p>
          <a:p>
            <a:pPr>
              <a:spcAft>
                <a:spcPts val="200"/>
              </a:spcAft>
            </a:pPr>
            <a:r>
              <a:rPr sz="1100" b="0">
                <a:solidFill>
                  <a:srgbClr val="4A5C66"/>
                </a:solidFill>
              </a:rPr>
              <a:t>Partner: NEARBY (vormals Clever-Sole / TrackTech GmbH)</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Ein Sturz soll direkt in der Sohle erkannt werden</a:t>
            </a:r>
          </a:p>
        </p:txBody>
      </p:sp>
      <p:sp>
        <p:nvSpPr>
          <p:cNvPr id="4" name="TextBox 3"/>
          <p:cNvSpPr txBox="1"/>
          <p:nvPr/>
        </p:nvSpPr>
        <p:spPr>
          <a:xfrm>
            <a:off x="429768" y="1783080"/>
            <a:ext cx="6583680" cy="4206240"/>
          </a:xfrm>
          <a:prstGeom prst="rect">
            <a:avLst/>
          </a:prstGeom>
          <a:noFill/>
        </p:spPr>
        <p:txBody>
          <a:bodyPr wrap="square" lIns="0" rIns="0" tIns="0" bIns="0" anchor="t">
            <a:spAutoFit/>
          </a:bodyPr>
          <a:lstStyle/>
          <a:p>
            <a:pPr algn="l">
              <a:spcAft>
                <a:spcPts val="1400"/>
              </a:spcAft>
            </a:pPr>
            <a:r>
              <a:rPr sz="1800" b="0" i="0">
                <a:solidFill>
                  <a:srgbClr val="263238"/>
                </a:solidFill>
              </a:rPr>
              <a:t>Nach einem Sturz zählt vor allem, wie lange jemand unbemerkt liegen bleibt. Gerade bei älteren oder dementen Menschen hilft kein Notrufknopf, den man selbst drücken muss.</a:t>
            </a:r>
          </a:p>
          <a:p>
            <a:pPr algn="l">
              <a:spcAft>
                <a:spcPts val="1400"/>
              </a:spcAft>
            </a:pPr>
            <a:r>
              <a:rPr sz="1800" b="0" i="0">
                <a:solidFill>
                  <a:srgbClr val="263238"/>
                </a:solidFill>
              </a:rPr>
              <a:t>Die Idee: Die Sohle erkennt den Sturz selbst – mit einem Bewegungssensor und einem kleinen neuronalen Netz auf dem Mikrocontroller, ohne Smartphone und ohne Cloud.</a:t>
            </a:r>
          </a:p>
          <a:p>
            <a:pPr algn="l">
              <a:spcAft>
                <a:spcPts val="1400"/>
              </a:spcAft>
            </a:pPr>
            <a:r>
              <a:rPr sz="1800" b="1" i="0">
                <a:solidFill>
                  <a:srgbClr val="263238"/>
                </a:solidFill>
              </a:rPr>
              <a:t>Meine Leitfrage: </a:t>
            </a:r>
            <a:r>
              <a:rPr sz="1800" b="0" i="0">
                <a:solidFill>
                  <a:srgbClr val="263238"/>
                </a:solidFill>
              </a:rPr>
              <a:t>Lässt sich ein Modell, das an der Hüfte gelernt hat, auf den Fuß übertragen – und was braucht es dafür?</a:t>
            </a:r>
          </a:p>
        </p:txBody>
      </p:sp>
      <p:pic>
        <p:nvPicPr>
          <p:cNvPr id="5" name="Picture 4" descr="foto_platine.jpg"/>
          <p:cNvPicPr>
            <a:picLocks noChangeAspect="1"/>
          </p:cNvPicPr>
          <p:nvPr/>
        </p:nvPicPr>
        <p:blipFill>
          <a:blip r:embed="rId2"/>
          <a:stretch>
            <a:fillRect/>
          </a:stretch>
        </p:blipFill>
        <p:spPr>
          <a:xfrm>
            <a:off x="7498079" y="1783080"/>
            <a:ext cx="4160520" cy="3149514"/>
          </a:xfrm>
          <a:prstGeom prst="rect">
            <a:avLst/>
          </a:prstGeom>
        </p:spPr>
      </p:pic>
      <p:sp>
        <p:nvSpPr>
          <p:cNvPr id="6" name="TextBox 5"/>
          <p:cNvSpPr txBox="1"/>
          <p:nvPr/>
        </p:nvSpPr>
        <p:spPr>
          <a:xfrm>
            <a:off x="7498079" y="5029200"/>
            <a:ext cx="4160520" cy="320040"/>
          </a:xfrm>
          <a:prstGeom prst="rect">
            <a:avLst/>
          </a:prstGeom>
          <a:noFill/>
        </p:spPr>
        <p:txBody>
          <a:bodyPr wrap="square" lIns="0" rIns="0" tIns="0" bIns="0" anchor="t">
            <a:spAutoFit/>
          </a:bodyPr>
          <a:lstStyle/>
          <a:p>
            <a:pPr algn="l">
              <a:spcAft>
                <a:spcPts val="800"/>
              </a:spcAft>
            </a:pPr>
            <a:r>
              <a:rPr sz="1200" b="0" i="0">
                <a:solidFill>
                  <a:srgbClr val="4A5C66"/>
                </a:solidFill>
              </a:rPr>
              <a:t>Prototyp: XIAO ESP32-C6, IMU-Modul, Akku</a:t>
            </a:r>
          </a:p>
        </p:txBody>
      </p:sp>
      <p:sp>
        <p:nvSpPr>
          <p:cNvPr id="4" name="Foliennummernplatzhalter 5"/>
          <p:cNvSpPr>
            <a:spLocks noGrp="1"/>
          </p:cNvSpPr>
          <p:nvPr>
            <p:ph type="sldNum" sz="quarter" idx="10"/>
          </p:nvPr>
        </p:nvSpPr>
        <p:spPr/>
        <p:txBody>
          <a:bodyPr/>
          <a:lstStyle>
            <a:lvl1pPr>
              <a:defRPr/>
            </a:lvl1pPr>
          </a:lstStyle>
          <a:p>
            <a:pPr>
              <a:defRPr/>
            </a:pPr>
            <a:fld id="{B5BCC05E-6BB9-F44C-AA5C-18037A9C729E}" type="slidenum">
              <a:rPr lang="de-DE" altLang="de-DE" smtClean="0"/>
              <a:pPr>
                <a:defRPr/>
              </a:pPr>
              <a:t>‹Nr.›</a:t>
            </a:fld>
            <a:endParaRPr lang="de-DE" altLang="de-DE" dirty="0"/>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Der Weg in acht Etappen</a:t>
            </a:r>
          </a:p>
        </p:txBody>
      </p:sp>
      <p:cxnSp>
        <p:nvCxnSpPr>
          <p:cNvPr id="4" name="Connector 3"/>
          <p:cNvCxnSpPr/>
          <p:nvPr/>
        </p:nvCxnSpPr>
        <p:spPr>
          <a:xfrm>
            <a:off x="1005840" y="2743200"/>
            <a:ext cx="10149840" cy="0"/>
          </a:xfrm>
          <a:prstGeom prst="line">
            <a:avLst/>
          </a:prstGeom>
          <a:ln w="31750">
            <a:solidFill>
              <a:srgbClr val="A9B4BA"/>
            </a:solidFill>
          </a:ln>
        </p:spPr>
        <p:style>
          <a:lnRef idx="2">
            <a:schemeClr val="accent1"/>
          </a:lnRef>
          <a:fillRef idx="0">
            <a:schemeClr val="accent1"/>
          </a:fillRef>
          <a:effectRef idx="1">
            <a:schemeClr val="accent1"/>
          </a:effectRef>
          <a:fontRef idx="minor">
            <a:schemeClr val="tx1"/>
          </a:fontRef>
        </p:style>
      </p:cxnSp>
      <p:sp>
        <p:nvSpPr>
          <p:cNvPr id="5" name="Oval 4"/>
          <p:cNvSpPr/>
          <p:nvPr/>
        </p:nvSpPr>
        <p:spPr>
          <a:xfrm>
            <a:off x="859536" y="2596896"/>
            <a:ext cx="292608" cy="292608"/>
          </a:xfrm>
          <a:prstGeom prst="ellipse">
            <a:avLst/>
          </a:prstGeom>
          <a:solidFill>
            <a:srgbClr val="FFFFFF"/>
          </a:solidFill>
          <a:ln w="15875">
            <a:solidFill>
              <a:srgbClr val="80BA2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2057400"/>
            <a:ext cx="548640" cy="365760"/>
          </a:xfrm>
          <a:prstGeom prst="rect">
            <a:avLst/>
          </a:prstGeom>
          <a:noFill/>
        </p:spPr>
        <p:txBody>
          <a:bodyPr wrap="square" lIns="0" rIns="0" tIns="0" bIns="0" anchor="t">
            <a:spAutoFit/>
          </a:bodyPr>
          <a:lstStyle/>
          <a:p>
            <a:pPr algn="ctr">
              <a:spcAft>
                <a:spcPts val="800"/>
              </a:spcAft>
            </a:pPr>
            <a:r>
              <a:rPr sz="1600" b="1" i="0">
                <a:solidFill>
                  <a:srgbClr val="80BA24"/>
                </a:solidFill>
              </a:rPr>
              <a:t>1</a:t>
            </a:r>
          </a:p>
        </p:txBody>
      </p:sp>
      <p:sp>
        <p:nvSpPr>
          <p:cNvPr id="7" name="TextBox 6"/>
          <p:cNvSpPr txBox="1"/>
          <p:nvPr/>
        </p:nvSpPr>
        <p:spPr>
          <a:xfrm>
            <a:off x="228600" y="3063240"/>
            <a:ext cx="1554480" cy="731520"/>
          </a:xfrm>
          <a:prstGeom prst="rect">
            <a:avLst/>
          </a:prstGeom>
          <a:noFill/>
        </p:spPr>
        <p:txBody>
          <a:bodyPr wrap="square" lIns="0" rIns="0" tIns="0" bIns="0" anchor="t">
            <a:spAutoFit/>
          </a:bodyPr>
          <a:lstStyle/>
          <a:p>
            <a:pPr algn="ctr">
              <a:spcAft>
                <a:spcPts val="0"/>
              </a:spcAft>
            </a:pPr>
            <a:r>
              <a:rPr sz="1400" b="0" i="0">
                <a:solidFill>
                  <a:srgbClr val="263238"/>
                </a:solidFill>
              </a:rPr>
              <a:t>Hüfte</a:t>
            </a:r>
          </a:p>
        </p:txBody>
      </p:sp>
      <p:sp>
        <p:nvSpPr>
          <p:cNvPr id="8" name="Oval 7"/>
          <p:cNvSpPr/>
          <p:nvPr/>
        </p:nvSpPr>
        <p:spPr>
          <a:xfrm>
            <a:off x="2309513" y="2596896"/>
            <a:ext cx="292608" cy="292608"/>
          </a:xfrm>
          <a:prstGeom prst="ellipse">
            <a:avLst/>
          </a:prstGeom>
          <a:solidFill>
            <a:srgbClr val="FFFFFF"/>
          </a:solidFill>
          <a:ln w="15875">
            <a:solidFill>
              <a:srgbClr val="80BA2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181497" y="2057400"/>
            <a:ext cx="548640" cy="365760"/>
          </a:xfrm>
          <a:prstGeom prst="rect">
            <a:avLst/>
          </a:prstGeom>
          <a:noFill/>
        </p:spPr>
        <p:txBody>
          <a:bodyPr wrap="square" lIns="0" rIns="0" tIns="0" bIns="0" anchor="t">
            <a:spAutoFit/>
          </a:bodyPr>
          <a:lstStyle/>
          <a:p>
            <a:pPr algn="ctr">
              <a:spcAft>
                <a:spcPts val="800"/>
              </a:spcAft>
            </a:pPr>
            <a:r>
              <a:rPr sz="1600" b="1" i="0">
                <a:solidFill>
                  <a:srgbClr val="80BA24"/>
                </a:solidFill>
              </a:rPr>
              <a:t>2</a:t>
            </a:r>
          </a:p>
        </p:txBody>
      </p:sp>
      <p:sp>
        <p:nvSpPr>
          <p:cNvPr id="10" name="TextBox 9"/>
          <p:cNvSpPr txBox="1"/>
          <p:nvPr/>
        </p:nvSpPr>
        <p:spPr>
          <a:xfrm>
            <a:off x="1678577" y="3063240"/>
            <a:ext cx="1554480" cy="731520"/>
          </a:xfrm>
          <a:prstGeom prst="rect">
            <a:avLst/>
          </a:prstGeom>
          <a:noFill/>
        </p:spPr>
        <p:txBody>
          <a:bodyPr wrap="square" lIns="0" rIns="0" tIns="0" bIns="0" anchor="t">
            <a:spAutoFit/>
          </a:bodyPr>
          <a:lstStyle/>
          <a:p>
            <a:pPr algn="ctr">
              <a:spcAft>
                <a:spcPts val="0"/>
              </a:spcAft>
            </a:pPr>
            <a:r>
              <a:rPr sz="1400" b="0" i="0">
                <a:solidFill>
                  <a:srgbClr val="263238"/>
                </a:solidFill>
              </a:rPr>
              <a:t>andere</a:t>
            </a:r>
          </a:p>
          <a:p>
            <a:pPr algn="ctr">
              <a:spcAft>
                <a:spcPts val="0"/>
              </a:spcAft>
            </a:pPr>
            <a:r>
              <a:rPr sz="1400" b="0" i="0">
                <a:solidFill>
                  <a:srgbClr val="263238"/>
                </a:solidFill>
              </a:rPr>
              <a:t>Datensätze</a:t>
            </a:r>
          </a:p>
        </p:txBody>
      </p:sp>
      <p:sp>
        <p:nvSpPr>
          <p:cNvPr id="11" name="Oval 10"/>
          <p:cNvSpPr/>
          <p:nvPr/>
        </p:nvSpPr>
        <p:spPr>
          <a:xfrm>
            <a:off x="3759490" y="2596896"/>
            <a:ext cx="292608" cy="292608"/>
          </a:xfrm>
          <a:prstGeom prst="ellipse">
            <a:avLst/>
          </a:prstGeom>
          <a:solidFill>
            <a:srgbClr val="FFFFFF"/>
          </a:solidFill>
          <a:ln w="15875">
            <a:solidFill>
              <a:srgbClr val="80BA2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631474" y="2057400"/>
            <a:ext cx="548640" cy="365760"/>
          </a:xfrm>
          <a:prstGeom prst="rect">
            <a:avLst/>
          </a:prstGeom>
          <a:noFill/>
        </p:spPr>
        <p:txBody>
          <a:bodyPr wrap="square" lIns="0" rIns="0" tIns="0" bIns="0" anchor="t">
            <a:spAutoFit/>
          </a:bodyPr>
          <a:lstStyle/>
          <a:p>
            <a:pPr algn="ctr">
              <a:spcAft>
                <a:spcPts val="800"/>
              </a:spcAft>
            </a:pPr>
            <a:r>
              <a:rPr sz="1600" b="1" i="0">
                <a:solidFill>
                  <a:srgbClr val="80BA24"/>
                </a:solidFill>
              </a:rPr>
              <a:t>3</a:t>
            </a:r>
          </a:p>
        </p:txBody>
      </p:sp>
      <p:sp>
        <p:nvSpPr>
          <p:cNvPr id="13" name="TextBox 12"/>
          <p:cNvSpPr txBox="1"/>
          <p:nvPr/>
        </p:nvSpPr>
        <p:spPr>
          <a:xfrm>
            <a:off x="3128554" y="3063240"/>
            <a:ext cx="1554480" cy="731520"/>
          </a:xfrm>
          <a:prstGeom prst="rect">
            <a:avLst/>
          </a:prstGeom>
          <a:noFill/>
        </p:spPr>
        <p:txBody>
          <a:bodyPr wrap="square" lIns="0" rIns="0" tIns="0" bIns="0" anchor="t">
            <a:spAutoFit/>
          </a:bodyPr>
          <a:lstStyle/>
          <a:p>
            <a:pPr algn="ctr">
              <a:spcAft>
                <a:spcPts val="0"/>
              </a:spcAft>
            </a:pPr>
            <a:r>
              <a:rPr sz="1400" b="0" i="0">
                <a:solidFill>
                  <a:srgbClr val="263238"/>
                </a:solidFill>
              </a:rPr>
              <a:t>Fehlalarme</a:t>
            </a:r>
          </a:p>
        </p:txBody>
      </p:sp>
      <p:sp>
        <p:nvSpPr>
          <p:cNvPr id="14" name="Oval 13"/>
          <p:cNvSpPr/>
          <p:nvPr/>
        </p:nvSpPr>
        <p:spPr>
          <a:xfrm>
            <a:off x="5209467" y="2596896"/>
            <a:ext cx="292608" cy="292608"/>
          </a:xfrm>
          <a:prstGeom prst="ellipse">
            <a:avLst/>
          </a:prstGeom>
          <a:solidFill>
            <a:srgbClr val="FFFFFF"/>
          </a:solidFill>
          <a:ln w="15875">
            <a:solidFill>
              <a:srgbClr val="80BA2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081451" y="2057400"/>
            <a:ext cx="548640" cy="365760"/>
          </a:xfrm>
          <a:prstGeom prst="rect">
            <a:avLst/>
          </a:prstGeom>
          <a:noFill/>
        </p:spPr>
        <p:txBody>
          <a:bodyPr wrap="square" lIns="0" rIns="0" tIns="0" bIns="0" anchor="t">
            <a:spAutoFit/>
          </a:bodyPr>
          <a:lstStyle/>
          <a:p>
            <a:pPr algn="ctr">
              <a:spcAft>
                <a:spcPts val="800"/>
              </a:spcAft>
            </a:pPr>
            <a:r>
              <a:rPr sz="1600" b="1" i="0">
                <a:solidFill>
                  <a:srgbClr val="80BA24"/>
                </a:solidFill>
              </a:rPr>
              <a:t>4</a:t>
            </a:r>
          </a:p>
        </p:txBody>
      </p:sp>
      <p:sp>
        <p:nvSpPr>
          <p:cNvPr id="16" name="TextBox 15"/>
          <p:cNvSpPr txBox="1"/>
          <p:nvPr/>
        </p:nvSpPr>
        <p:spPr>
          <a:xfrm>
            <a:off x="4578531" y="3063240"/>
            <a:ext cx="1554480" cy="731520"/>
          </a:xfrm>
          <a:prstGeom prst="rect">
            <a:avLst/>
          </a:prstGeom>
          <a:noFill/>
        </p:spPr>
        <p:txBody>
          <a:bodyPr wrap="square" lIns="0" rIns="0" tIns="0" bIns="0" anchor="t">
            <a:spAutoFit/>
          </a:bodyPr>
          <a:lstStyle/>
          <a:p>
            <a:pPr algn="ctr">
              <a:spcAft>
                <a:spcPts val="0"/>
              </a:spcAft>
            </a:pPr>
            <a:r>
              <a:rPr sz="1400" b="0" i="0">
                <a:solidFill>
                  <a:srgbClr val="263238"/>
                </a:solidFill>
              </a:rPr>
              <a:t>Bein + Fuß</a:t>
            </a:r>
          </a:p>
        </p:txBody>
      </p:sp>
      <p:sp>
        <p:nvSpPr>
          <p:cNvPr id="17" name="Oval 16"/>
          <p:cNvSpPr/>
          <p:nvPr/>
        </p:nvSpPr>
        <p:spPr>
          <a:xfrm>
            <a:off x="6659444" y="2596896"/>
            <a:ext cx="292608" cy="292608"/>
          </a:xfrm>
          <a:prstGeom prst="ellipse">
            <a:avLst/>
          </a:prstGeom>
          <a:solidFill>
            <a:srgbClr val="FFFFFF"/>
          </a:solidFill>
          <a:ln w="15875">
            <a:solidFill>
              <a:srgbClr val="80BA2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531428" y="2057400"/>
            <a:ext cx="548640" cy="365760"/>
          </a:xfrm>
          <a:prstGeom prst="rect">
            <a:avLst/>
          </a:prstGeom>
          <a:noFill/>
        </p:spPr>
        <p:txBody>
          <a:bodyPr wrap="square" lIns="0" rIns="0" tIns="0" bIns="0" anchor="t">
            <a:spAutoFit/>
          </a:bodyPr>
          <a:lstStyle/>
          <a:p>
            <a:pPr algn="ctr">
              <a:spcAft>
                <a:spcPts val="800"/>
              </a:spcAft>
            </a:pPr>
            <a:r>
              <a:rPr sz="1600" b="1" i="0">
                <a:solidFill>
                  <a:srgbClr val="80BA24"/>
                </a:solidFill>
              </a:rPr>
              <a:t>5</a:t>
            </a:r>
          </a:p>
        </p:txBody>
      </p:sp>
      <p:sp>
        <p:nvSpPr>
          <p:cNvPr id="19" name="TextBox 18"/>
          <p:cNvSpPr txBox="1"/>
          <p:nvPr/>
        </p:nvSpPr>
        <p:spPr>
          <a:xfrm>
            <a:off x="6028508" y="3063240"/>
            <a:ext cx="1554480" cy="731520"/>
          </a:xfrm>
          <a:prstGeom prst="rect">
            <a:avLst/>
          </a:prstGeom>
          <a:noFill/>
        </p:spPr>
        <p:txBody>
          <a:bodyPr wrap="square" lIns="0" rIns="0" tIns="0" bIns="0" anchor="t">
            <a:spAutoFit/>
          </a:bodyPr>
          <a:lstStyle/>
          <a:p>
            <a:pPr algn="ctr">
              <a:spcAft>
                <a:spcPts val="0"/>
              </a:spcAft>
            </a:pPr>
            <a:r>
              <a:rPr sz="1400" b="0" i="0">
                <a:solidFill>
                  <a:srgbClr val="263238"/>
                </a:solidFill>
              </a:rPr>
              <a:t>links ≠ rechts</a:t>
            </a:r>
          </a:p>
        </p:txBody>
      </p:sp>
      <p:sp>
        <p:nvSpPr>
          <p:cNvPr id="20" name="Oval 19"/>
          <p:cNvSpPr/>
          <p:nvPr/>
        </p:nvSpPr>
        <p:spPr>
          <a:xfrm>
            <a:off x="8109421" y="2596896"/>
            <a:ext cx="292608" cy="292608"/>
          </a:xfrm>
          <a:prstGeom prst="ellipse">
            <a:avLst/>
          </a:prstGeom>
          <a:solidFill>
            <a:srgbClr val="FFFFFF"/>
          </a:solidFill>
          <a:ln w="15875">
            <a:solidFill>
              <a:srgbClr val="80BA2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981405" y="2057400"/>
            <a:ext cx="548640" cy="365760"/>
          </a:xfrm>
          <a:prstGeom prst="rect">
            <a:avLst/>
          </a:prstGeom>
          <a:noFill/>
        </p:spPr>
        <p:txBody>
          <a:bodyPr wrap="square" lIns="0" rIns="0" tIns="0" bIns="0" anchor="t">
            <a:spAutoFit/>
          </a:bodyPr>
          <a:lstStyle/>
          <a:p>
            <a:pPr algn="ctr">
              <a:spcAft>
                <a:spcPts val="800"/>
              </a:spcAft>
            </a:pPr>
            <a:r>
              <a:rPr sz="1600" b="1" i="0">
                <a:solidFill>
                  <a:srgbClr val="80BA24"/>
                </a:solidFill>
              </a:rPr>
              <a:t>6</a:t>
            </a:r>
          </a:p>
        </p:txBody>
      </p:sp>
      <p:sp>
        <p:nvSpPr>
          <p:cNvPr id="22" name="TextBox 21"/>
          <p:cNvSpPr txBox="1"/>
          <p:nvPr/>
        </p:nvSpPr>
        <p:spPr>
          <a:xfrm>
            <a:off x="7478485" y="3063240"/>
            <a:ext cx="1554480" cy="731520"/>
          </a:xfrm>
          <a:prstGeom prst="rect">
            <a:avLst/>
          </a:prstGeom>
          <a:noFill/>
        </p:spPr>
        <p:txBody>
          <a:bodyPr wrap="square" lIns="0" rIns="0" tIns="0" bIns="0" anchor="t">
            <a:spAutoFit/>
          </a:bodyPr>
          <a:lstStyle/>
          <a:p>
            <a:pPr algn="ctr">
              <a:spcAft>
                <a:spcPts val="0"/>
              </a:spcAft>
            </a:pPr>
            <a:r>
              <a:rPr sz="1400" b="0" i="0">
                <a:solidFill>
                  <a:srgbClr val="263238"/>
                </a:solidFill>
              </a:rPr>
              <a:t>eigene</a:t>
            </a:r>
          </a:p>
          <a:p>
            <a:pPr algn="ctr">
              <a:spcAft>
                <a:spcPts val="0"/>
              </a:spcAft>
            </a:pPr>
            <a:r>
              <a:rPr sz="1400" b="0" i="0">
                <a:solidFill>
                  <a:srgbClr val="263238"/>
                </a:solidFill>
              </a:rPr>
              <a:t>Hardware</a:t>
            </a:r>
          </a:p>
        </p:txBody>
      </p:sp>
      <p:sp>
        <p:nvSpPr>
          <p:cNvPr id="23" name="Oval 22"/>
          <p:cNvSpPr/>
          <p:nvPr/>
        </p:nvSpPr>
        <p:spPr>
          <a:xfrm>
            <a:off x="9559398" y="2596896"/>
            <a:ext cx="292608" cy="292608"/>
          </a:xfrm>
          <a:prstGeom prst="ellipse">
            <a:avLst/>
          </a:prstGeom>
          <a:solidFill>
            <a:srgbClr val="FFFFFF"/>
          </a:solidFill>
          <a:ln w="15875">
            <a:solidFill>
              <a:srgbClr val="80BA2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431382" y="2057400"/>
            <a:ext cx="548640" cy="365760"/>
          </a:xfrm>
          <a:prstGeom prst="rect">
            <a:avLst/>
          </a:prstGeom>
          <a:noFill/>
        </p:spPr>
        <p:txBody>
          <a:bodyPr wrap="square" lIns="0" rIns="0" tIns="0" bIns="0" anchor="t">
            <a:spAutoFit/>
          </a:bodyPr>
          <a:lstStyle/>
          <a:p>
            <a:pPr algn="ctr">
              <a:spcAft>
                <a:spcPts val="800"/>
              </a:spcAft>
            </a:pPr>
            <a:r>
              <a:rPr sz="1600" b="1" i="0">
                <a:solidFill>
                  <a:srgbClr val="80BA24"/>
                </a:solidFill>
              </a:rPr>
              <a:t>7</a:t>
            </a:r>
          </a:p>
        </p:txBody>
      </p:sp>
      <p:sp>
        <p:nvSpPr>
          <p:cNvPr id="25" name="TextBox 24"/>
          <p:cNvSpPr txBox="1"/>
          <p:nvPr/>
        </p:nvSpPr>
        <p:spPr>
          <a:xfrm>
            <a:off x="8928462" y="3063240"/>
            <a:ext cx="1554480" cy="731520"/>
          </a:xfrm>
          <a:prstGeom prst="rect">
            <a:avLst/>
          </a:prstGeom>
          <a:noFill/>
        </p:spPr>
        <p:txBody>
          <a:bodyPr wrap="square" lIns="0" rIns="0" tIns="0" bIns="0" anchor="t">
            <a:spAutoFit/>
          </a:bodyPr>
          <a:lstStyle/>
          <a:p>
            <a:pPr algn="ctr">
              <a:spcAft>
                <a:spcPts val="0"/>
              </a:spcAft>
            </a:pPr>
            <a:r>
              <a:rPr sz="1400" b="0" i="0">
                <a:solidFill>
                  <a:srgbClr val="263238"/>
                </a:solidFill>
              </a:rPr>
              <a:t>die Sohle</a:t>
            </a:r>
          </a:p>
          <a:p>
            <a:pPr algn="ctr">
              <a:spcAft>
                <a:spcPts val="0"/>
              </a:spcAft>
            </a:pPr>
            <a:r>
              <a:rPr sz="1400" b="0" i="0">
                <a:solidFill>
                  <a:srgbClr val="263238"/>
                </a:solidFill>
              </a:rPr>
              <a:t>selbst</a:t>
            </a:r>
          </a:p>
        </p:txBody>
      </p:sp>
      <p:sp>
        <p:nvSpPr>
          <p:cNvPr id="26" name="Oval 25"/>
          <p:cNvSpPr/>
          <p:nvPr/>
        </p:nvSpPr>
        <p:spPr>
          <a:xfrm>
            <a:off x="11009376" y="2596896"/>
            <a:ext cx="292608" cy="292608"/>
          </a:xfrm>
          <a:prstGeom prst="ellipse">
            <a:avLst/>
          </a:prstGeom>
          <a:solidFill>
            <a:srgbClr val="80BA24"/>
          </a:solidFill>
          <a:ln w="15875">
            <a:solidFill>
              <a:srgbClr val="80BA2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0881359" y="2057400"/>
            <a:ext cx="548640" cy="365760"/>
          </a:xfrm>
          <a:prstGeom prst="rect">
            <a:avLst/>
          </a:prstGeom>
          <a:noFill/>
        </p:spPr>
        <p:txBody>
          <a:bodyPr wrap="square" lIns="0" rIns="0" tIns="0" bIns="0" anchor="t">
            <a:spAutoFit/>
          </a:bodyPr>
          <a:lstStyle/>
          <a:p>
            <a:pPr algn="ctr">
              <a:spcAft>
                <a:spcPts val="800"/>
              </a:spcAft>
            </a:pPr>
            <a:r>
              <a:rPr sz="1600" b="1" i="0">
                <a:solidFill>
                  <a:srgbClr val="80BA24"/>
                </a:solidFill>
              </a:rPr>
              <a:t>8</a:t>
            </a:r>
          </a:p>
        </p:txBody>
      </p:sp>
      <p:sp>
        <p:nvSpPr>
          <p:cNvPr id="28" name="TextBox 27"/>
          <p:cNvSpPr txBox="1"/>
          <p:nvPr/>
        </p:nvSpPr>
        <p:spPr>
          <a:xfrm>
            <a:off x="10378440" y="3063240"/>
            <a:ext cx="1554480" cy="731520"/>
          </a:xfrm>
          <a:prstGeom prst="rect">
            <a:avLst/>
          </a:prstGeom>
          <a:noFill/>
        </p:spPr>
        <p:txBody>
          <a:bodyPr wrap="square" lIns="0" rIns="0" tIns="0" bIns="0" anchor="t">
            <a:spAutoFit/>
          </a:bodyPr>
          <a:lstStyle/>
          <a:p>
            <a:pPr algn="ctr">
              <a:spcAft>
                <a:spcPts val="0"/>
              </a:spcAft>
            </a:pPr>
            <a:r>
              <a:rPr sz="1400" b="0" i="0">
                <a:solidFill>
                  <a:srgbClr val="263238"/>
                </a:solidFill>
              </a:rPr>
              <a:t>auf den Chip</a:t>
            </a:r>
          </a:p>
        </p:txBody>
      </p:sp>
      <p:sp>
        <p:nvSpPr>
          <p:cNvPr id="29" name="TextBox 28"/>
          <p:cNvSpPr txBox="1"/>
          <p:nvPr/>
        </p:nvSpPr>
        <p:spPr>
          <a:xfrm>
            <a:off x="429768" y="4343400"/>
            <a:ext cx="11247120" cy="1737360"/>
          </a:xfrm>
          <a:prstGeom prst="rect">
            <a:avLst/>
          </a:prstGeom>
          <a:noFill/>
        </p:spPr>
        <p:txBody>
          <a:bodyPr wrap="square" lIns="0" rIns="0" tIns="0" bIns="0" anchor="t">
            <a:spAutoFit/>
          </a:bodyPr>
          <a:lstStyle/>
          <a:p>
            <a:pPr algn="l">
              <a:spcAft>
                <a:spcPts val="1000"/>
              </a:spcAft>
            </a:pPr>
            <a:r>
              <a:rPr sz="1700" b="0" i="0">
                <a:solidFill>
                  <a:srgbClr val="263238"/>
                </a:solidFill>
              </a:rPr>
              <a:t>Fast jede Etappe begann mit einer naheliegenden Annahme – und mehrere davon waren falsch.</a:t>
            </a:r>
          </a:p>
          <a:p>
            <a:pPr algn="l">
              <a:spcAft>
                <a:spcPts val="1000"/>
              </a:spcAft>
            </a:pPr>
            <a:r>
              <a:rPr sz="1700" b="0" i="0">
                <a:solidFill>
                  <a:srgbClr val="263238"/>
                </a:solidFill>
              </a:rPr>
              <a:t>Ich zeige jeweils, was ich gemacht habe, was herauskam und welche Entscheidung daraus folgte. Die wichtigsten Zahlen stehen danach gesammelt auf zwei Folien.</a:t>
            </a:r>
          </a:p>
        </p:txBody>
      </p:sp>
      <p:sp>
        <p:nvSpPr>
          <p:cNvPr id="4" name="Foliennummernplatzhalter 5"/>
          <p:cNvSpPr>
            <a:spLocks noGrp="1"/>
          </p:cNvSpPr>
          <p:nvPr>
            <p:ph type="sldNum" sz="quarter" idx="10"/>
          </p:nvPr>
        </p:nvSpPr>
        <p:spPr/>
        <p:txBody>
          <a:bodyPr/>
          <a:lstStyle>
            <a:lvl1pPr>
              <a:defRPr/>
            </a:lvl1pPr>
          </a:lstStyle>
          <a:p>
            <a:pPr>
              <a:defRPr/>
            </a:pPr>
            <a:fld id="{B5BCC05E-6BB9-F44C-AA5C-18037A9C729E}" type="slidenum">
              <a:rPr lang="de-DE" altLang="de-DE" smtClean="0"/>
              <a:pPr>
                <a:defRPr/>
              </a:pPr>
              <a:t>‹Nr.›</a:t>
            </a:fld>
            <a:endParaRPr lang="de-DE" altLang="de-DE" dirty="0"/>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Der Prototyp: ein Mikrocontroller und ein Bewegungssensor</a:t>
            </a:r>
          </a:p>
        </p:txBody>
      </p:sp>
      <p:pic>
        <p:nvPicPr>
          <p:cNvPr id="4" name="Picture 3" descr="foto_platine.jpg"/>
          <p:cNvPicPr>
            <a:picLocks noChangeAspect="1"/>
          </p:cNvPicPr>
          <p:nvPr/>
        </p:nvPicPr>
        <p:blipFill>
          <a:blip r:embed="rId2"/>
          <a:stretch>
            <a:fillRect/>
          </a:stretch>
        </p:blipFill>
        <p:spPr>
          <a:xfrm>
            <a:off x="429768" y="1783080"/>
            <a:ext cx="3261400" cy="2468880"/>
          </a:xfrm>
          <a:prstGeom prst="rect">
            <a:avLst/>
          </a:prstGeom>
        </p:spPr>
      </p:pic>
      <p:pic>
        <p:nvPicPr>
          <p:cNvPr id="5" name="Picture 4" descr="foto_platine_unten.jpg"/>
          <p:cNvPicPr>
            <a:picLocks noChangeAspect="1"/>
          </p:cNvPicPr>
          <p:nvPr/>
        </p:nvPicPr>
        <p:blipFill>
          <a:blip r:embed="rId3"/>
          <a:stretch>
            <a:fillRect/>
          </a:stretch>
        </p:blipFill>
        <p:spPr>
          <a:xfrm>
            <a:off x="3611880" y="1783080"/>
            <a:ext cx="3227294" cy="2468880"/>
          </a:xfrm>
          <a:prstGeom prst="rect">
            <a:avLst/>
          </a:prstGeom>
        </p:spPr>
      </p:pic>
      <p:pic>
        <p:nvPicPr>
          <p:cNvPr id="6" name="Picture 5" descr="einbaulage.png"/>
          <p:cNvPicPr>
            <a:picLocks noChangeAspect="1"/>
          </p:cNvPicPr>
          <p:nvPr/>
        </p:nvPicPr>
        <p:blipFill>
          <a:blip r:embed="rId4"/>
          <a:stretch>
            <a:fillRect/>
          </a:stretch>
        </p:blipFill>
        <p:spPr>
          <a:xfrm>
            <a:off x="6903720" y="1783080"/>
            <a:ext cx="4127659" cy="2468880"/>
          </a:xfrm>
          <a:prstGeom prst="rect">
            <a:avLst/>
          </a:prstGeom>
        </p:spPr>
      </p:pic>
      <p:sp>
        <p:nvSpPr>
          <p:cNvPr id="7" name="TextBox 6"/>
          <p:cNvSpPr txBox="1"/>
          <p:nvPr/>
        </p:nvSpPr>
        <p:spPr>
          <a:xfrm>
            <a:off x="429768" y="4572000"/>
            <a:ext cx="11247120" cy="1645920"/>
          </a:xfrm>
          <a:prstGeom prst="rect">
            <a:avLst/>
          </a:prstGeom>
          <a:noFill/>
        </p:spPr>
        <p:txBody>
          <a:bodyPr wrap="square" lIns="0" rIns="0" tIns="0" bIns="0" anchor="t">
            <a:spAutoFit/>
          </a:bodyPr>
          <a:lstStyle/>
          <a:p>
            <a:pPr algn="l" marL="285750" indent="-285750">
              <a:spcAft>
                <a:spcPts val="600"/>
              </a:spcAft>
              <a:buClr>
                <a:srgbClr val="80BA24"/>
              </a:buClr>
              <a:buChar char="–"/>
            </a:pPr>
            <a:r>
              <a:rPr sz="1600" b="1" i="0">
                <a:solidFill>
                  <a:srgbClr val="263238"/>
                </a:solidFill>
              </a:rPr>
              <a:t>Seeed XIAO ESP32-C6 </a:t>
            </a:r>
            <a:r>
              <a:rPr sz="1600" b="0" i="0">
                <a:solidFill>
                  <a:srgbClr val="263238"/>
                </a:solidFill>
              </a:rPr>
              <a:t>mit Bluetooth, dazu ein IMU-Modul (Beschleunigung + Drehrate) und ein Akku.</a:t>
            </a:r>
          </a:p>
          <a:p>
            <a:pPr algn="l" marL="285750" indent="-285750">
              <a:spcAft>
                <a:spcPts val="600"/>
              </a:spcAft>
              <a:buClr>
                <a:srgbClr val="80BA24"/>
              </a:buClr>
              <a:buChar char="–"/>
            </a:pPr>
            <a:r>
              <a:rPr sz="1600" b="1" i="0">
                <a:solidFill>
                  <a:srgbClr val="263238"/>
                </a:solidFill>
              </a:rPr>
              <a:t>Messung: </a:t>
            </a:r>
            <a:r>
              <a:rPr sz="1600" b="0" i="0">
                <a:solidFill>
                  <a:srgbClr val="263238"/>
                </a:solidFill>
              </a:rPr>
              <a:t>100 Hz, ±16 g, ±2000 °/s. Das Modell sieht 2-Sekunden-Fenster mit 50 Hz.</a:t>
            </a:r>
          </a:p>
          <a:p>
            <a:pPr algn="l" marL="285750" indent="-285750">
              <a:spcAft>
                <a:spcPts val="600"/>
              </a:spcAft>
              <a:buClr>
                <a:srgbClr val="80BA24"/>
              </a:buClr>
              <a:buChar char="–"/>
            </a:pPr>
            <a:r>
              <a:rPr sz="1600" b="1" i="0">
                <a:solidFill>
                  <a:srgbClr val="263238"/>
                </a:solidFill>
              </a:rPr>
              <a:t>Eigene Logger-Firmware: </a:t>
            </a:r>
            <a:r>
              <a:rPr sz="1600" b="0" i="0">
                <a:solidFill>
                  <a:srgbClr val="263238"/>
                </a:solidFill>
              </a:rPr>
              <a:t>Aufnahmen per Smartphone starten und stoppen, damit Daten genau dieser Hardware entstehen.</a:t>
            </a:r>
          </a:p>
        </p:txBody>
      </p:sp>
      <p:sp>
        <p:nvSpPr>
          <p:cNvPr id="4" name="Foliennummernplatzhalter 5"/>
          <p:cNvSpPr>
            <a:spLocks noGrp="1"/>
          </p:cNvSpPr>
          <p:nvPr>
            <p:ph type="sldNum" sz="quarter" idx="10"/>
          </p:nvPr>
        </p:nvSpPr>
        <p:spPr/>
        <p:txBody>
          <a:bodyPr/>
          <a:lstStyle>
            <a:lvl1pPr>
              <a:defRPr/>
            </a:lvl1pPr>
          </a:lstStyle>
          <a:p>
            <a:pPr>
              <a:defRPr/>
            </a:pPr>
            <a:fld id="{B5BCC05E-6BB9-F44C-AA5C-18037A9C729E}" type="slidenum">
              <a:rPr lang="de-DE" altLang="de-DE" smtClean="0"/>
              <a:pPr>
                <a:defRPr/>
              </a:pPr>
              <a:t>‹Nr.›</a:t>
            </a:fld>
            <a:endParaRPr lang="de-DE" altLang="de-DE" dirty="0"/>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Etappe 1: Zuerst ein Modell, das an der Hüfte funktioniert</a:t>
            </a:r>
          </a:p>
        </p:txBody>
      </p:sp>
      <p:sp>
        <p:nvSpPr>
          <p:cNvPr id="4" name="TextBox 3"/>
          <p:cNvSpPr txBox="1"/>
          <p:nvPr/>
        </p:nvSpPr>
        <p:spPr>
          <a:xfrm>
            <a:off x="9829800" y="1143000"/>
            <a:ext cx="1828800" cy="365760"/>
          </a:xfrm>
          <a:prstGeom prst="rect">
            <a:avLst/>
          </a:prstGeom>
          <a:noFill/>
        </p:spPr>
        <p:txBody>
          <a:bodyPr wrap="square" lIns="0" rIns="0" tIns="0" bIns="0" anchor="t">
            <a:spAutoFit/>
          </a:bodyPr>
          <a:lstStyle/>
          <a:p>
            <a:pPr algn="r">
              <a:spcAft>
                <a:spcPts val="800"/>
              </a:spcAft>
            </a:pPr>
            <a:r>
              <a:rPr sz="1300" b="0" i="0">
                <a:solidFill>
                  <a:srgbClr val="4A5C66"/>
                </a:solidFill>
              </a:rPr>
              <a:t>Etappe 1 von 8</a:t>
            </a:r>
          </a:p>
        </p:txBody>
      </p:sp>
      <p:sp>
        <p:nvSpPr>
          <p:cNvPr id="5" name="TextBox 4"/>
          <p:cNvSpPr txBox="1"/>
          <p:nvPr/>
        </p:nvSpPr>
        <p:spPr>
          <a:xfrm>
            <a:off x="429768" y="1783080"/>
            <a:ext cx="6766560" cy="320040"/>
          </a:xfrm>
          <a:prstGeom prst="rect">
            <a:avLst/>
          </a:prstGeom>
          <a:noFill/>
        </p:spPr>
        <p:txBody>
          <a:bodyPr wrap="square" lIns="0" rIns="0" tIns="0" bIns="0" anchor="t">
            <a:spAutoFit/>
          </a:bodyPr>
          <a:lstStyle/>
          <a:p>
            <a:pPr algn="l">
              <a:spcAft>
                <a:spcPts val="800"/>
              </a:spcAft>
            </a:pPr>
            <a:r>
              <a:rPr sz="1500" b="1" i="0">
                <a:solidFill>
                  <a:srgbClr val="80BA24"/>
                </a:solidFill>
              </a:rPr>
              <a:t>Was ich gemacht habe</a:t>
            </a:r>
          </a:p>
        </p:txBody>
      </p:sp>
      <p:sp>
        <p:nvSpPr>
          <p:cNvPr id="6" name="TextBox 5"/>
          <p:cNvSpPr txBox="1"/>
          <p:nvPr/>
        </p:nvSpPr>
        <p:spPr>
          <a:xfrm>
            <a:off x="429768" y="2130552"/>
            <a:ext cx="6766560" cy="1051560"/>
          </a:xfrm>
          <a:prstGeom prst="rect">
            <a:avLst/>
          </a:prstGeom>
          <a:noFill/>
        </p:spPr>
        <p:txBody>
          <a:bodyPr wrap="square" lIns="0" rIns="0" tIns="0" bIns="0" anchor="t">
            <a:spAutoFit/>
          </a:bodyPr>
          <a:lstStyle/>
          <a:p>
            <a:pPr algn="l">
              <a:spcAft>
                <a:spcPts val="400"/>
              </a:spcAft>
            </a:pPr>
            <a:r>
              <a:rPr sz="1600" b="0" i="0">
                <a:solidFill>
                  <a:srgbClr val="263238"/>
                </a:solidFill>
              </a:rPr>
              <a:t>Auf SisFall (Hüfte, 38 Personen) drei Verfahren verglichen: Grenzwert auf die Beschleunigung, Random Forest mit 18 Kennwerten, 1D-CNN auf dem ganzen Signal.</a:t>
            </a:r>
          </a:p>
        </p:txBody>
      </p:sp>
      <p:sp>
        <p:nvSpPr>
          <p:cNvPr id="7" name="TextBox 6"/>
          <p:cNvSpPr txBox="1"/>
          <p:nvPr/>
        </p:nvSpPr>
        <p:spPr>
          <a:xfrm>
            <a:off x="429768" y="3264408"/>
            <a:ext cx="6766560" cy="320040"/>
          </a:xfrm>
          <a:prstGeom prst="rect">
            <a:avLst/>
          </a:prstGeom>
          <a:noFill/>
        </p:spPr>
        <p:txBody>
          <a:bodyPr wrap="square" lIns="0" rIns="0" tIns="0" bIns="0" anchor="t">
            <a:spAutoFit/>
          </a:bodyPr>
          <a:lstStyle/>
          <a:p>
            <a:pPr algn="l">
              <a:spcAft>
                <a:spcPts val="800"/>
              </a:spcAft>
            </a:pPr>
            <a:r>
              <a:rPr sz="1500" b="1" i="0">
                <a:solidFill>
                  <a:srgbClr val="80BA24"/>
                </a:solidFill>
              </a:rPr>
              <a:t>Was herauskam</a:t>
            </a:r>
          </a:p>
        </p:txBody>
      </p:sp>
      <p:sp>
        <p:nvSpPr>
          <p:cNvPr id="8" name="TextBox 7"/>
          <p:cNvSpPr txBox="1"/>
          <p:nvPr/>
        </p:nvSpPr>
        <p:spPr>
          <a:xfrm>
            <a:off x="429768" y="3611880"/>
            <a:ext cx="6766560" cy="1051560"/>
          </a:xfrm>
          <a:prstGeom prst="rect">
            <a:avLst/>
          </a:prstGeom>
          <a:noFill/>
        </p:spPr>
        <p:txBody>
          <a:bodyPr wrap="square" lIns="0" rIns="0" tIns="0" bIns="0" anchor="t">
            <a:spAutoFit/>
          </a:bodyPr>
          <a:lstStyle/>
          <a:p>
            <a:pPr algn="l">
              <a:spcAft>
                <a:spcPts val="400"/>
              </a:spcAft>
            </a:pPr>
            <a:r>
              <a:rPr sz="1600" b="0" i="0">
                <a:solidFill>
                  <a:srgbClr val="263238"/>
                </a:solidFill>
              </a:rPr>
              <a:t>Der Grenzwert findet fast alle Stürze, meldet aber auch jeden harten Schritt. Das CNN erkennt 99 % der Stürze bei 99 % richtig erkanntem Alltag – an fremden Testpersonen.</a:t>
            </a:r>
          </a:p>
        </p:txBody>
      </p:sp>
      <p:sp>
        <p:nvSpPr>
          <p:cNvPr id="9" name="TextBox 8"/>
          <p:cNvSpPr txBox="1"/>
          <p:nvPr/>
        </p:nvSpPr>
        <p:spPr>
          <a:xfrm>
            <a:off x="429768" y="4745736"/>
            <a:ext cx="6766560" cy="320040"/>
          </a:xfrm>
          <a:prstGeom prst="rect">
            <a:avLst/>
          </a:prstGeom>
          <a:noFill/>
        </p:spPr>
        <p:txBody>
          <a:bodyPr wrap="square" lIns="0" rIns="0" tIns="0" bIns="0" anchor="t">
            <a:spAutoFit/>
          </a:bodyPr>
          <a:lstStyle/>
          <a:p>
            <a:pPr algn="l">
              <a:spcAft>
                <a:spcPts val="800"/>
              </a:spcAft>
            </a:pPr>
            <a:r>
              <a:rPr sz="1500" b="1" i="0">
                <a:solidFill>
                  <a:srgbClr val="80BA24"/>
                </a:solidFill>
              </a:rPr>
              <a:t>Was ich daraus entschieden habe</a:t>
            </a:r>
          </a:p>
        </p:txBody>
      </p:sp>
      <p:sp>
        <p:nvSpPr>
          <p:cNvPr id="10" name="TextBox 9"/>
          <p:cNvSpPr txBox="1"/>
          <p:nvPr/>
        </p:nvSpPr>
        <p:spPr>
          <a:xfrm>
            <a:off x="429768" y="5093208"/>
            <a:ext cx="6766560" cy="1051560"/>
          </a:xfrm>
          <a:prstGeom prst="rect">
            <a:avLst/>
          </a:prstGeom>
          <a:noFill/>
        </p:spPr>
        <p:txBody>
          <a:bodyPr wrap="square" lIns="0" rIns="0" tIns="0" bIns="0" anchor="t">
            <a:spAutoFit/>
          </a:bodyPr>
          <a:lstStyle/>
          <a:p>
            <a:pPr algn="l">
              <a:spcAft>
                <a:spcPts val="400"/>
              </a:spcAft>
            </a:pPr>
            <a:r>
              <a:rPr sz="1600" b="0" i="0">
                <a:solidFill>
                  <a:srgbClr val="263238"/>
                </a:solidFill>
              </a:rPr>
              <a:t>Das CNN wird das Basismodell. Es bewertet den Verlauf (Bewegung, Aufprall, Ruhe), nicht nur die Spitze. Klein genug für den Chip: 61 601 Gewichte.</a:t>
            </a:r>
          </a:p>
        </p:txBody>
      </p:sp>
      <p:sp>
        <p:nvSpPr>
          <p:cNvPr id="11" name="Rectangle 10"/>
          <p:cNvSpPr/>
          <p:nvPr/>
        </p:nvSpPr>
        <p:spPr>
          <a:xfrm>
            <a:off x="7589520" y="1783080"/>
            <a:ext cx="4069080" cy="2834640"/>
          </a:xfrm>
          <a:prstGeom prst="rect">
            <a:avLst/>
          </a:prstGeom>
          <a:solidFill>
            <a:srgbClr val="EE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818120" y="1965960"/>
            <a:ext cx="3657600" cy="365760"/>
          </a:xfrm>
          <a:prstGeom prst="rect">
            <a:avLst/>
          </a:prstGeom>
          <a:noFill/>
        </p:spPr>
        <p:txBody>
          <a:bodyPr wrap="square" lIns="0" rIns="0" tIns="0" bIns="0" anchor="t">
            <a:spAutoFit/>
          </a:bodyPr>
          <a:lstStyle/>
          <a:p>
            <a:pPr algn="l">
              <a:spcAft>
                <a:spcPts val="800"/>
              </a:spcAft>
            </a:pPr>
            <a:r>
              <a:rPr sz="1500" b="1" i="0">
                <a:solidFill>
                  <a:srgbClr val="4A5C66"/>
                </a:solidFill>
              </a:rPr>
              <a:t>Drei Ansätze</a:t>
            </a:r>
          </a:p>
        </p:txBody>
      </p:sp>
      <p:sp>
        <p:nvSpPr>
          <p:cNvPr id="13" name="TextBox 12"/>
          <p:cNvSpPr txBox="1"/>
          <p:nvPr/>
        </p:nvSpPr>
        <p:spPr>
          <a:xfrm>
            <a:off x="7818120" y="2423160"/>
            <a:ext cx="3657600" cy="2194560"/>
          </a:xfrm>
          <a:prstGeom prst="rect">
            <a:avLst/>
          </a:prstGeom>
          <a:noFill/>
        </p:spPr>
        <p:txBody>
          <a:bodyPr wrap="square" lIns="0" rIns="0" tIns="0" bIns="0" anchor="t">
            <a:spAutoFit/>
          </a:bodyPr>
          <a:lstStyle/>
          <a:p>
            <a:pPr algn="l" marL="285750" indent="-285750">
              <a:spcAft>
                <a:spcPts val="800"/>
              </a:spcAft>
              <a:buClr>
                <a:srgbClr val="80BA24"/>
              </a:buClr>
              <a:buChar char="–"/>
            </a:pPr>
            <a:r>
              <a:rPr sz="1500" b="0" i="0">
                <a:solidFill>
                  <a:srgbClr val="263238"/>
                </a:solidFill>
              </a:rPr>
              <a:t>Grenzwert: einfach, aber viele Fehlalarme</a:t>
            </a:r>
          </a:p>
          <a:p>
            <a:pPr algn="l" marL="285750" indent="-285750">
              <a:spcAft>
                <a:spcPts val="800"/>
              </a:spcAft>
              <a:buClr>
                <a:srgbClr val="80BA24"/>
              </a:buClr>
              <a:buChar char="–"/>
            </a:pPr>
            <a:r>
              <a:rPr sz="1500" b="0" i="0">
                <a:solidFill>
                  <a:srgbClr val="263238"/>
                </a:solidFill>
              </a:rPr>
              <a:t>Random Forest: gut, aber Reihenfolge geht verloren</a:t>
            </a:r>
          </a:p>
          <a:p>
            <a:pPr algn="l" marL="285750" indent="-285750">
              <a:spcAft>
                <a:spcPts val="800"/>
              </a:spcAft>
              <a:buClr>
                <a:srgbClr val="80BA24"/>
              </a:buClr>
              <a:buChar char="–"/>
            </a:pPr>
            <a:r>
              <a:rPr sz="1500" b="0" i="0">
                <a:solidFill>
                  <a:srgbClr val="263238"/>
                </a:solidFill>
              </a:rPr>
              <a:t>CNN: lernt das Muster selbst</a:t>
            </a:r>
          </a:p>
        </p:txBody>
      </p:sp>
      <p:sp>
        <p:nvSpPr>
          <p:cNvPr id="4" name="Foliennummernplatzhalter 5"/>
          <p:cNvSpPr>
            <a:spLocks noGrp="1"/>
          </p:cNvSpPr>
          <p:nvPr>
            <p:ph type="sldNum" sz="quarter" idx="10"/>
          </p:nvPr>
        </p:nvSpPr>
        <p:spPr/>
        <p:txBody>
          <a:bodyPr/>
          <a:lstStyle>
            <a:lvl1pPr>
              <a:defRPr/>
            </a:lvl1pPr>
          </a:lstStyle>
          <a:p>
            <a:pPr>
              <a:defRPr/>
            </a:pPr>
            <a:fld id="{B5BCC05E-6BB9-F44C-AA5C-18037A9C729E}" type="slidenum">
              <a:rPr lang="de-DE" altLang="de-DE" smtClean="0"/>
              <a:pPr>
                <a:defRPr/>
              </a:pPr>
              <a:t>‹Nr.›</a:t>
            </a:fld>
            <a:endParaRPr lang="de-DE" altLang="de-DE" dirty="0"/>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Etappe 2: Funktioniert das Modell auch auf anderen Daten?</a:t>
            </a:r>
          </a:p>
        </p:txBody>
      </p:sp>
      <p:sp>
        <p:nvSpPr>
          <p:cNvPr id="4" name="TextBox 3"/>
          <p:cNvSpPr txBox="1"/>
          <p:nvPr/>
        </p:nvSpPr>
        <p:spPr>
          <a:xfrm>
            <a:off x="9829800" y="1143000"/>
            <a:ext cx="1828800" cy="365760"/>
          </a:xfrm>
          <a:prstGeom prst="rect">
            <a:avLst/>
          </a:prstGeom>
          <a:noFill/>
        </p:spPr>
        <p:txBody>
          <a:bodyPr wrap="square" lIns="0" rIns="0" tIns="0" bIns="0" anchor="t">
            <a:spAutoFit/>
          </a:bodyPr>
          <a:lstStyle/>
          <a:p>
            <a:pPr algn="r">
              <a:spcAft>
                <a:spcPts val="800"/>
              </a:spcAft>
            </a:pPr>
            <a:r>
              <a:rPr sz="1300" b="0" i="0">
                <a:solidFill>
                  <a:srgbClr val="4A5C66"/>
                </a:solidFill>
              </a:rPr>
              <a:t>Etappe 2 von 8</a:t>
            </a:r>
          </a:p>
        </p:txBody>
      </p:sp>
      <p:sp>
        <p:nvSpPr>
          <p:cNvPr id="5" name="TextBox 4"/>
          <p:cNvSpPr txBox="1"/>
          <p:nvPr/>
        </p:nvSpPr>
        <p:spPr>
          <a:xfrm>
            <a:off x="429768" y="1783080"/>
            <a:ext cx="6766560" cy="320040"/>
          </a:xfrm>
          <a:prstGeom prst="rect">
            <a:avLst/>
          </a:prstGeom>
          <a:noFill/>
        </p:spPr>
        <p:txBody>
          <a:bodyPr wrap="square" lIns="0" rIns="0" tIns="0" bIns="0" anchor="t">
            <a:spAutoFit/>
          </a:bodyPr>
          <a:lstStyle/>
          <a:p>
            <a:pPr algn="l">
              <a:spcAft>
                <a:spcPts val="800"/>
              </a:spcAft>
            </a:pPr>
            <a:r>
              <a:rPr sz="1500" b="1" i="0">
                <a:solidFill>
                  <a:srgbClr val="80BA24"/>
                </a:solidFill>
              </a:rPr>
              <a:t>Was ich gemacht habe</a:t>
            </a:r>
          </a:p>
        </p:txBody>
      </p:sp>
      <p:sp>
        <p:nvSpPr>
          <p:cNvPr id="6" name="TextBox 5"/>
          <p:cNvSpPr txBox="1"/>
          <p:nvPr/>
        </p:nvSpPr>
        <p:spPr>
          <a:xfrm>
            <a:off x="429768" y="2130552"/>
            <a:ext cx="6766560" cy="1051560"/>
          </a:xfrm>
          <a:prstGeom prst="rect">
            <a:avLst/>
          </a:prstGeom>
          <a:noFill/>
        </p:spPr>
        <p:txBody>
          <a:bodyPr wrap="square" lIns="0" rIns="0" tIns="0" bIns="0" anchor="t">
            <a:spAutoFit/>
          </a:bodyPr>
          <a:lstStyle/>
          <a:p>
            <a:pPr algn="l">
              <a:spcAft>
                <a:spcPts val="400"/>
              </a:spcAft>
            </a:pPr>
            <a:r>
              <a:rPr sz="1600" b="0" i="0">
                <a:solidFill>
                  <a:srgbClr val="263238"/>
                </a:solidFill>
              </a:rPr>
              <a:t>Das Hüftmodell ohne Anpassung auf KFall, UMAFall und FallAllD angewendet, danach kurz nachtrainiert. Zwei Kontrollversuche: Messbereich künstlich begrenzt, Abtastraten verglichen.</a:t>
            </a:r>
          </a:p>
        </p:txBody>
      </p:sp>
      <p:sp>
        <p:nvSpPr>
          <p:cNvPr id="7" name="TextBox 6"/>
          <p:cNvSpPr txBox="1"/>
          <p:nvPr/>
        </p:nvSpPr>
        <p:spPr>
          <a:xfrm>
            <a:off x="429768" y="3264408"/>
            <a:ext cx="6766560" cy="320040"/>
          </a:xfrm>
          <a:prstGeom prst="rect">
            <a:avLst/>
          </a:prstGeom>
          <a:noFill/>
        </p:spPr>
        <p:txBody>
          <a:bodyPr wrap="square" lIns="0" rIns="0" tIns="0" bIns="0" anchor="t">
            <a:spAutoFit/>
          </a:bodyPr>
          <a:lstStyle/>
          <a:p>
            <a:pPr algn="l">
              <a:spcAft>
                <a:spcPts val="800"/>
              </a:spcAft>
            </a:pPr>
            <a:r>
              <a:rPr sz="1500" b="1" i="0">
                <a:solidFill>
                  <a:srgbClr val="80BA24"/>
                </a:solidFill>
              </a:rPr>
              <a:t>Was herauskam</a:t>
            </a:r>
          </a:p>
        </p:txBody>
      </p:sp>
      <p:sp>
        <p:nvSpPr>
          <p:cNvPr id="8" name="TextBox 7"/>
          <p:cNvSpPr txBox="1"/>
          <p:nvPr/>
        </p:nvSpPr>
        <p:spPr>
          <a:xfrm>
            <a:off x="429768" y="3611880"/>
            <a:ext cx="6766560" cy="1051560"/>
          </a:xfrm>
          <a:prstGeom prst="rect">
            <a:avLst/>
          </a:prstGeom>
          <a:noFill/>
        </p:spPr>
        <p:txBody>
          <a:bodyPr wrap="square" lIns="0" rIns="0" tIns="0" bIns="0" anchor="t">
            <a:spAutoFit/>
          </a:bodyPr>
          <a:lstStyle/>
          <a:p>
            <a:pPr algn="l">
              <a:spcAft>
                <a:spcPts val="400"/>
              </a:spcAft>
            </a:pPr>
            <a:r>
              <a:rPr sz="1600" b="0" i="0">
                <a:solidFill>
                  <a:srgbClr val="263238"/>
                </a:solidFill>
              </a:rPr>
              <a:t>KFall funktioniert sofort, die anderen kaum. Meine Vermutungen – zu kleiner Messbereich, zu niedrige Abtastrate – waren beide falsch: begrenzt auf ±2 g bleibt die Hüfte bei 98 %, FallAllD scheitert trotz 238 Hz.</a:t>
            </a:r>
          </a:p>
        </p:txBody>
      </p:sp>
      <p:sp>
        <p:nvSpPr>
          <p:cNvPr id="9" name="TextBox 8"/>
          <p:cNvSpPr txBox="1"/>
          <p:nvPr/>
        </p:nvSpPr>
        <p:spPr>
          <a:xfrm>
            <a:off x="429768" y="4745736"/>
            <a:ext cx="6766560" cy="320040"/>
          </a:xfrm>
          <a:prstGeom prst="rect">
            <a:avLst/>
          </a:prstGeom>
          <a:noFill/>
        </p:spPr>
        <p:txBody>
          <a:bodyPr wrap="square" lIns="0" rIns="0" tIns="0" bIns="0" anchor="t">
            <a:spAutoFit/>
          </a:bodyPr>
          <a:lstStyle/>
          <a:p>
            <a:pPr algn="l">
              <a:spcAft>
                <a:spcPts val="800"/>
              </a:spcAft>
            </a:pPr>
            <a:r>
              <a:rPr sz="1500" b="1" i="0">
                <a:solidFill>
                  <a:srgbClr val="80BA24"/>
                </a:solidFill>
              </a:rPr>
              <a:t>Was ich daraus entschieden habe</a:t>
            </a:r>
          </a:p>
        </p:txBody>
      </p:sp>
      <p:sp>
        <p:nvSpPr>
          <p:cNvPr id="10" name="TextBox 9"/>
          <p:cNvSpPr txBox="1"/>
          <p:nvPr/>
        </p:nvSpPr>
        <p:spPr>
          <a:xfrm>
            <a:off x="429768" y="5093208"/>
            <a:ext cx="6766560" cy="1051560"/>
          </a:xfrm>
          <a:prstGeom prst="rect">
            <a:avLst/>
          </a:prstGeom>
          <a:noFill/>
        </p:spPr>
        <p:txBody>
          <a:bodyPr wrap="square" lIns="0" rIns="0" tIns="0" bIns="0" anchor="t">
            <a:spAutoFit/>
          </a:bodyPr>
          <a:lstStyle/>
          <a:p>
            <a:pPr algn="l">
              <a:spcAft>
                <a:spcPts val="400"/>
              </a:spcAft>
            </a:pPr>
            <a:r>
              <a:rPr sz="1600" b="0" i="0">
                <a:solidFill>
                  <a:srgbClr val="263238"/>
                </a:solidFill>
              </a:rPr>
              <a:t>Ein kurzes Nachtraining auf Daten der neuen Quelle reicht meist. Am Knöchel reicht es nicht – dort fehlen passende Sturzdaten. Die echte Ursache fand ich erst in Etappe 5.</a:t>
            </a:r>
          </a:p>
        </p:txBody>
      </p:sp>
      <p:sp>
        <p:nvSpPr>
          <p:cNvPr id="11" name="Rectangle 10"/>
          <p:cNvSpPr/>
          <p:nvPr/>
        </p:nvSpPr>
        <p:spPr>
          <a:xfrm>
            <a:off x="7589520" y="1783080"/>
            <a:ext cx="4069080" cy="2834640"/>
          </a:xfrm>
          <a:prstGeom prst="rect">
            <a:avLst/>
          </a:prstGeom>
          <a:solidFill>
            <a:srgbClr val="EE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818120" y="1965960"/>
            <a:ext cx="3657600" cy="365760"/>
          </a:xfrm>
          <a:prstGeom prst="rect">
            <a:avLst/>
          </a:prstGeom>
          <a:noFill/>
        </p:spPr>
        <p:txBody>
          <a:bodyPr wrap="square" lIns="0" rIns="0" tIns="0" bIns="0" anchor="t">
            <a:spAutoFit/>
          </a:bodyPr>
          <a:lstStyle/>
          <a:p>
            <a:pPr algn="l">
              <a:spcAft>
                <a:spcPts val="800"/>
              </a:spcAft>
            </a:pPr>
            <a:r>
              <a:rPr sz="1500" b="1" i="0">
                <a:solidFill>
                  <a:srgbClr val="4A5C66"/>
                </a:solidFill>
              </a:rPr>
              <a:t>Erkannte Stürze</a:t>
            </a:r>
          </a:p>
        </p:txBody>
      </p:sp>
      <p:sp>
        <p:nvSpPr>
          <p:cNvPr id="13" name="TextBox 12"/>
          <p:cNvSpPr txBox="1"/>
          <p:nvPr/>
        </p:nvSpPr>
        <p:spPr>
          <a:xfrm>
            <a:off x="7818120" y="2423160"/>
            <a:ext cx="3657600" cy="2194560"/>
          </a:xfrm>
          <a:prstGeom prst="rect">
            <a:avLst/>
          </a:prstGeom>
          <a:noFill/>
        </p:spPr>
        <p:txBody>
          <a:bodyPr wrap="square" lIns="0" rIns="0" tIns="0" bIns="0" anchor="t">
            <a:spAutoFit/>
          </a:bodyPr>
          <a:lstStyle/>
          <a:p>
            <a:pPr algn="l" marL="285750" indent="-285750">
              <a:spcAft>
                <a:spcPts val="800"/>
              </a:spcAft>
              <a:buClr>
                <a:srgbClr val="80BA24"/>
              </a:buClr>
              <a:buChar char="–"/>
            </a:pPr>
            <a:r>
              <a:rPr sz="1500" b="0" i="0">
                <a:solidFill>
                  <a:srgbClr val="263238"/>
                </a:solidFill>
              </a:rPr>
              <a:t>KFall: ohne Anpassung 99,5 %</a:t>
            </a:r>
          </a:p>
          <a:p>
            <a:pPr algn="l" marL="285750" indent="-285750">
              <a:spcAft>
                <a:spcPts val="800"/>
              </a:spcAft>
              <a:buClr>
                <a:srgbClr val="80BA24"/>
              </a:buClr>
              <a:buChar char="–"/>
            </a:pPr>
            <a:r>
              <a:rPr sz="1500" b="0" i="0">
                <a:solidFill>
                  <a:srgbClr val="263238"/>
                </a:solidFill>
              </a:rPr>
              <a:t>UMAFall Taille: 46 → 94 % nach Nachtraining</a:t>
            </a:r>
          </a:p>
          <a:p>
            <a:pPr algn="l" marL="285750" indent="-285750">
              <a:spcAft>
                <a:spcPts val="800"/>
              </a:spcAft>
              <a:buClr>
                <a:srgbClr val="80BA24"/>
              </a:buClr>
              <a:buChar char="–"/>
            </a:pPr>
            <a:r>
              <a:rPr sz="1500" b="0" i="0">
                <a:solidFill>
                  <a:srgbClr val="263238"/>
                </a:solidFill>
              </a:rPr>
              <a:t>FallAllD: 11 → 76 %</a:t>
            </a:r>
          </a:p>
          <a:p>
            <a:pPr algn="l" marL="285750" indent="-285750">
              <a:spcAft>
                <a:spcPts val="800"/>
              </a:spcAft>
              <a:buClr>
                <a:srgbClr val="80BA24"/>
              </a:buClr>
              <a:buChar char="–"/>
            </a:pPr>
            <a:r>
              <a:rPr sz="1500" b="0" i="0">
                <a:solidFill>
                  <a:srgbClr val="263238"/>
                </a:solidFill>
              </a:rPr>
              <a:t>UMAFall Knöchel: bleibt bei 25 %</a:t>
            </a:r>
          </a:p>
        </p:txBody>
      </p:sp>
      <p:sp>
        <p:nvSpPr>
          <p:cNvPr id="4" name="Foliennummernplatzhalter 5"/>
          <p:cNvSpPr>
            <a:spLocks noGrp="1"/>
          </p:cNvSpPr>
          <p:nvPr>
            <p:ph type="sldNum" sz="quarter" idx="10"/>
          </p:nvPr>
        </p:nvSpPr>
        <p:spPr/>
        <p:txBody>
          <a:bodyPr/>
          <a:lstStyle>
            <a:lvl1pPr>
              <a:defRPr/>
            </a:lvl1pPr>
          </a:lstStyle>
          <a:p>
            <a:pPr>
              <a:defRPr/>
            </a:pPr>
            <a:fld id="{B5BCC05E-6BB9-F44C-AA5C-18037A9C729E}" type="slidenum">
              <a:rPr lang="de-DE" altLang="de-DE" smtClean="0"/>
              <a:pPr>
                <a:defRPr/>
              </a:pPr>
              <a:t>‹Nr.›</a:t>
            </a:fld>
            <a:endParaRPr lang="de-DE" altLang="de-DE" dirty="0"/>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Etappe 3: Am Knöchel sind die Fehlalarme das Problem</a:t>
            </a:r>
          </a:p>
        </p:txBody>
      </p:sp>
      <p:sp>
        <p:nvSpPr>
          <p:cNvPr id="4" name="TextBox 3"/>
          <p:cNvSpPr txBox="1"/>
          <p:nvPr/>
        </p:nvSpPr>
        <p:spPr>
          <a:xfrm>
            <a:off x="9829800" y="1143000"/>
            <a:ext cx="1828800" cy="365760"/>
          </a:xfrm>
          <a:prstGeom prst="rect">
            <a:avLst/>
          </a:prstGeom>
          <a:noFill/>
        </p:spPr>
        <p:txBody>
          <a:bodyPr wrap="square" lIns="0" rIns="0" tIns="0" bIns="0" anchor="t">
            <a:spAutoFit/>
          </a:bodyPr>
          <a:lstStyle/>
          <a:p>
            <a:pPr algn="r">
              <a:spcAft>
                <a:spcPts val="800"/>
              </a:spcAft>
            </a:pPr>
            <a:r>
              <a:rPr sz="1300" b="0" i="0">
                <a:solidFill>
                  <a:srgbClr val="4A5C66"/>
                </a:solidFill>
              </a:rPr>
              <a:t>Etappe 3 von 8</a:t>
            </a:r>
          </a:p>
        </p:txBody>
      </p:sp>
      <p:sp>
        <p:nvSpPr>
          <p:cNvPr id="5" name="TextBox 4"/>
          <p:cNvSpPr txBox="1"/>
          <p:nvPr/>
        </p:nvSpPr>
        <p:spPr>
          <a:xfrm>
            <a:off x="429768" y="1783080"/>
            <a:ext cx="6766560" cy="320040"/>
          </a:xfrm>
          <a:prstGeom prst="rect">
            <a:avLst/>
          </a:prstGeom>
          <a:noFill/>
        </p:spPr>
        <p:txBody>
          <a:bodyPr wrap="square" lIns="0" rIns="0" tIns="0" bIns="0" anchor="t">
            <a:spAutoFit/>
          </a:bodyPr>
          <a:lstStyle/>
          <a:p>
            <a:pPr algn="l">
              <a:spcAft>
                <a:spcPts val="800"/>
              </a:spcAft>
            </a:pPr>
            <a:r>
              <a:rPr sz="1500" b="1" i="0">
                <a:solidFill>
                  <a:srgbClr val="80BA24"/>
                </a:solidFill>
              </a:rPr>
              <a:t>Was ich gemacht habe</a:t>
            </a:r>
          </a:p>
        </p:txBody>
      </p:sp>
      <p:sp>
        <p:nvSpPr>
          <p:cNvPr id="6" name="TextBox 5"/>
          <p:cNvSpPr txBox="1"/>
          <p:nvPr/>
        </p:nvSpPr>
        <p:spPr>
          <a:xfrm>
            <a:off x="429768" y="2130552"/>
            <a:ext cx="6766560" cy="1051560"/>
          </a:xfrm>
          <a:prstGeom prst="rect">
            <a:avLst/>
          </a:prstGeom>
          <a:noFill/>
        </p:spPr>
        <p:txBody>
          <a:bodyPr wrap="square" lIns="0" rIns="0" tIns="0" bIns="0" anchor="t">
            <a:spAutoFit/>
          </a:bodyPr>
          <a:lstStyle/>
          <a:p>
            <a:pPr algn="l">
              <a:spcAft>
                <a:spcPts val="400"/>
              </a:spcAft>
            </a:pPr>
            <a:r>
              <a:rPr sz="1600" b="0" i="0">
                <a:solidFill>
                  <a:srgbClr val="263238"/>
                </a:solidFill>
              </a:rPr>
              <a:t>Das Modell auf reinen Alltagsdaten am Knöchel laufen lassen und drei Gegenmittel getestet: höhere Schwelle, Abstimmung über mehrere Fenster (3 von 5), schwierige Alltagsbeispiele stärker gewichten.</a:t>
            </a:r>
          </a:p>
        </p:txBody>
      </p:sp>
      <p:sp>
        <p:nvSpPr>
          <p:cNvPr id="7" name="TextBox 6"/>
          <p:cNvSpPr txBox="1"/>
          <p:nvPr/>
        </p:nvSpPr>
        <p:spPr>
          <a:xfrm>
            <a:off x="429768" y="3264408"/>
            <a:ext cx="6766560" cy="320040"/>
          </a:xfrm>
          <a:prstGeom prst="rect">
            <a:avLst/>
          </a:prstGeom>
          <a:noFill/>
        </p:spPr>
        <p:txBody>
          <a:bodyPr wrap="square" lIns="0" rIns="0" tIns="0" bIns="0" anchor="t">
            <a:spAutoFit/>
          </a:bodyPr>
          <a:lstStyle/>
          <a:p>
            <a:pPr algn="l">
              <a:spcAft>
                <a:spcPts val="800"/>
              </a:spcAft>
            </a:pPr>
            <a:r>
              <a:rPr sz="1500" b="1" i="0">
                <a:solidFill>
                  <a:srgbClr val="80BA24"/>
                </a:solidFill>
              </a:rPr>
              <a:t>Was herauskam</a:t>
            </a:r>
          </a:p>
        </p:txBody>
      </p:sp>
      <p:sp>
        <p:nvSpPr>
          <p:cNvPr id="8" name="TextBox 7"/>
          <p:cNvSpPr txBox="1"/>
          <p:nvPr/>
        </p:nvSpPr>
        <p:spPr>
          <a:xfrm>
            <a:off x="429768" y="3611880"/>
            <a:ext cx="6766560" cy="1051560"/>
          </a:xfrm>
          <a:prstGeom prst="rect">
            <a:avLst/>
          </a:prstGeom>
          <a:noFill/>
        </p:spPr>
        <p:txBody>
          <a:bodyPr wrap="square" lIns="0" rIns="0" tIns="0" bIns="0" anchor="t">
            <a:spAutoFit/>
          </a:bodyPr>
          <a:lstStyle/>
          <a:p>
            <a:pPr algn="l">
              <a:spcAft>
                <a:spcPts val="400"/>
              </a:spcAft>
            </a:pPr>
            <a:r>
              <a:rPr sz="1600" b="0" i="0">
                <a:solidFill>
                  <a:srgbClr val="263238"/>
                </a:solidFill>
              </a:rPr>
              <a:t>Jeder Fersenaufsatz sieht für das Modell wie ein Aufprall aus – mit voller Sicherheit, eine höhere Schwelle hilft kaum. Die Abstimmung senkt Fehlalarme um 70 %, kostet aber 40 % der Stürze. Das Umgewichten kostet ebenfalls Stürze.</a:t>
            </a:r>
          </a:p>
        </p:txBody>
      </p:sp>
      <p:sp>
        <p:nvSpPr>
          <p:cNvPr id="9" name="TextBox 8"/>
          <p:cNvSpPr txBox="1"/>
          <p:nvPr/>
        </p:nvSpPr>
        <p:spPr>
          <a:xfrm>
            <a:off x="429768" y="4745736"/>
            <a:ext cx="6766560" cy="320040"/>
          </a:xfrm>
          <a:prstGeom prst="rect">
            <a:avLst/>
          </a:prstGeom>
          <a:noFill/>
        </p:spPr>
        <p:txBody>
          <a:bodyPr wrap="square" lIns="0" rIns="0" tIns="0" bIns="0" anchor="t">
            <a:spAutoFit/>
          </a:bodyPr>
          <a:lstStyle/>
          <a:p>
            <a:pPr algn="l">
              <a:spcAft>
                <a:spcPts val="800"/>
              </a:spcAft>
            </a:pPr>
            <a:r>
              <a:rPr sz="1500" b="1" i="0">
                <a:solidFill>
                  <a:srgbClr val="80BA24"/>
                </a:solidFill>
              </a:rPr>
              <a:t>Was ich daraus entschieden habe</a:t>
            </a:r>
          </a:p>
        </p:txBody>
      </p:sp>
      <p:sp>
        <p:nvSpPr>
          <p:cNvPr id="10" name="TextBox 9"/>
          <p:cNvSpPr txBox="1"/>
          <p:nvPr/>
        </p:nvSpPr>
        <p:spPr>
          <a:xfrm>
            <a:off x="429768" y="5093208"/>
            <a:ext cx="6766560" cy="1051560"/>
          </a:xfrm>
          <a:prstGeom prst="rect">
            <a:avLst/>
          </a:prstGeom>
          <a:noFill/>
        </p:spPr>
        <p:txBody>
          <a:bodyPr wrap="square" lIns="0" rIns="0" tIns="0" bIns="0" anchor="t">
            <a:spAutoFit/>
          </a:bodyPr>
          <a:lstStyle/>
          <a:p>
            <a:pPr algn="l">
              <a:spcAft>
                <a:spcPts val="400"/>
              </a:spcAft>
            </a:pPr>
            <a:r>
              <a:rPr sz="1600" b="0" i="0">
                <a:solidFill>
                  <a:srgbClr val="263238"/>
                </a:solidFill>
              </a:rPr>
              <a:t>Kein Trick ersetzt passende Daten. Ich brauche Stürze vom Bein und Alltag vom Fuß. Die 3-von-5-Regel bleibt trotzdem in der Firmware, als Glättung.</a:t>
            </a:r>
          </a:p>
        </p:txBody>
      </p:sp>
      <p:sp>
        <p:nvSpPr>
          <p:cNvPr id="11" name="Rectangle 10"/>
          <p:cNvSpPr/>
          <p:nvPr/>
        </p:nvSpPr>
        <p:spPr>
          <a:xfrm>
            <a:off x="7589520" y="1783080"/>
            <a:ext cx="4069080" cy="2834640"/>
          </a:xfrm>
          <a:prstGeom prst="rect">
            <a:avLst/>
          </a:prstGeom>
          <a:solidFill>
            <a:srgbClr val="EE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818120" y="1965960"/>
            <a:ext cx="3657600" cy="365760"/>
          </a:xfrm>
          <a:prstGeom prst="rect">
            <a:avLst/>
          </a:prstGeom>
          <a:noFill/>
        </p:spPr>
        <p:txBody>
          <a:bodyPr wrap="square" lIns="0" rIns="0" tIns="0" bIns="0" anchor="t">
            <a:spAutoFit/>
          </a:bodyPr>
          <a:lstStyle/>
          <a:p>
            <a:pPr algn="l">
              <a:spcAft>
                <a:spcPts val="800"/>
              </a:spcAft>
            </a:pPr>
            <a:r>
              <a:rPr sz="1500" b="1" i="0">
                <a:solidFill>
                  <a:srgbClr val="4A5C66"/>
                </a:solidFill>
              </a:rPr>
              <a:t>Am Knöchel</a:t>
            </a:r>
          </a:p>
        </p:txBody>
      </p:sp>
      <p:sp>
        <p:nvSpPr>
          <p:cNvPr id="13" name="TextBox 12"/>
          <p:cNvSpPr txBox="1"/>
          <p:nvPr/>
        </p:nvSpPr>
        <p:spPr>
          <a:xfrm>
            <a:off x="7818120" y="2423160"/>
            <a:ext cx="3657600" cy="2194560"/>
          </a:xfrm>
          <a:prstGeom prst="rect">
            <a:avLst/>
          </a:prstGeom>
          <a:noFill/>
        </p:spPr>
        <p:txBody>
          <a:bodyPr wrap="square" lIns="0" rIns="0" tIns="0" bIns="0" anchor="t">
            <a:spAutoFit/>
          </a:bodyPr>
          <a:lstStyle/>
          <a:p>
            <a:pPr algn="l" marL="285750" indent="-285750">
              <a:spcAft>
                <a:spcPts val="800"/>
              </a:spcAft>
              <a:buClr>
                <a:srgbClr val="80BA24"/>
              </a:buClr>
              <a:buChar char="–"/>
            </a:pPr>
            <a:r>
              <a:rPr sz="1500" b="0" i="0">
                <a:solidFill>
                  <a:srgbClr val="263238"/>
                </a:solidFill>
              </a:rPr>
              <a:t>Fehlalarme ohne Anpassung: 137 je Stunde</a:t>
            </a:r>
          </a:p>
          <a:p>
            <a:pPr algn="l" marL="285750" indent="-285750">
              <a:spcAft>
                <a:spcPts val="800"/>
              </a:spcAft>
              <a:buClr>
                <a:srgbClr val="80BA24"/>
              </a:buClr>
              <a:buChar char="–"/>
            </a:pPr>
            <a:r>
              <a:rPr sz="1500" b="0" i="0">
                <a:solidFill>
                  <a:srgbClr val="263238"/>
                </a:solidFill>
              </a:rPr>
              <a:t>Joggen: jedes fünfte Fenster</a:t>
            </a:r>
          </a:p>
          <a:p>
            <a:pPr algn="l" marL="285750" indent="-285750">
              <a:spcAft>
                <a:spcPts val="800"/>
              </a:spcAft>
              <a:buClr>
                <a:srgbClr val="80BA24"/>
              </a:buClr>
              <a:buChar char="–"/>
            </a:pPr>
            <a:r>
              <a:rPr sz="1500" b="0" i="0">
                <a:solidFill>
                  <a:srgbClr val="263238"/>
                </a:solidFill>
              </a:rPr>
              <a:t>Umgewichten: −6 Punkte Sensitivität</a:t>
            </a:r>
          </a:p>
        </p:txBody>
      </p:sp>
      <p:sp>
        <p:nvSpPr>
          <p:cNvPr id="4" name="Foliennummernplatzhalter 5"/>
          <p:cNvSpPr>
            <a:spLocks noGrp="1"/>
          </p:cNvSpPr>
          <p:nvPr>
            <p:ph type="sldNum" sz="quarter" idx="10"/>
          </p:nvPr>
        </p:nvSpPr>
        <p:spPr/>
        <p:txBody>
          <a:bodyPr/>
          <a:lstStyle>
            <a:lvl1pPr>
              <a:defRPr/>
            </a:lvl1pPr>
          </a:lstStyle>
          <a:p>
            <a:pPr>
              <a:defRPr/>
            </a:pPr>
            <a:fld id="{B5BCC05E-6BB9-F44C-AA5C-18037A9C729E}" type="slidenum">
              <a:rPr lang="de-DE" altLang="de-DE" smtClean="0"/>
              <a:pPr>
                <a:defRPr/>
              </a:pPr>
              <a:t>‹Nr.›</a:t>
            </a:fld>
            <a:endParaRPr lang="de-DE" altLang="de-DE" dirty="0"/>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Etappe 4: Stürze vom Bein und Alltag vom Fuß kombinieren</a:t>
            </a:r>
          </a:p>
        </p:txBody>
      </p:sp>
      <p:sp>
        <p:nvSpPr>
          <p:cNvPr id="4" name="TextBox 3"/>
          <p:cNvSpPr txBox="1"/>
          <p:nvPr/>
        </p:nvSpPr>
        <p:spPr>
          <a:xfrm>
            <a:off x="9829800" y="1143000"/>
            <a:ext cx="1828800" cy="365760"/>
          </a:xfrm>
          <a:prstGeom prst="rect">
            <a:avLst/>
          </a:prstGeom>
          <a:noFill/>
        </p:spPr>
        <p:txBody>
          <a:bodyPr wrap="square" lIns="0" rIns="0" tIns="0" bIns="0" anchor="t">
            <a:spAutoFit/>
          </a:bodyPr>
          <a:lstStyle/>
          <a:p>
            <a:pPr algn="r">
              <a:spcAft>
                <a:spcPts val="800"/>
              </a:spcAft>
            </a:pPr>
            <a:r>
              <a:rPr sz="1300" b="0" i="0">
                <a:solidFill>
                  <a:srgbClr val="4A5C66"/>
                </a:solidFill>
              </a:rPr>
              <a:t>Etappe 4 von 8</a:t>
            </a:r>
          </a:p>
        </p:txBody>
      </p:sp>
      <p:sp>
        <p:nvSpPr>
          <p:cNvPr id="5" name="TextBox 4"/>
          <p:cNvSpPr txBox="1"/>
          <p:nvPr/>
        </p:nvSpPr>
        <p:spPr>
          <a:xfrm>
            <a:off x="429768" y="1783080"/>
            <a:ext cx="6766560" cy="320040"/>
          </a:xfrm>
          <a:prstGeom prst="rect">
            <a:avLst/>
          </a:prstGeom>
          <a:noFill/>
        </p:spPr>
        <p:txBody>
          <a:bodyPr wrap="square" lIns="0" rIns="0" tIns="0" bIns="0" anchor="t">
            <a:spAutoFit/>
          </a:bodyPr>
          <a:lstStyle/>
          <a:p>
            <a:pPr algn="l">
              <a:spcAft>
                <a:spcPts val="800"/>
              </a:spcAft>
            </a:pPr>
            <a:r>
              <a:rPr sz="1500" b="1" i="0">
                <a:solidFill>
                  <a:srgbClr val="80BA24"/>
                </a:solidFill>
              </a:rPr>
              <a:t>Was ich gemacht habe</a:t>
            </a:r>
          </a:p>
        </p:txBody>
      </p:sp>
      <p:sp>
        <p:nvSpPr>
          <p:cNvPr id="6" name="TextBox 5"/>
          <p:cNvSpPr txBox="1"/>
          <p:nvPr/>
        </p:nvSpPr>
        <p:spPr>
          <a:xfrm>
            <a:off x="429768" y="2130552"/>
            <a:ext cx="6766560" cy="1051560"/>
          </a:xfrm>
          <a:prstGeom prst="rect">
            <a:avLst/>
          </a:prstGeom>
          <a:noFill/>
        </p:spPr>
        <p:txBody>
          <a:bodyPr wrap="square" lIns="0" rIns="0" tIns="0" bIns="0" anchor="t">
            <a:spAutoFit/>
          </a:bodyPr>
          <a:lstStyle/>
          <a:p>
            <a:pPr algn="l">
              <a:spcAft>
                <a:spcPts val="400"/>
              </a:spcAft>
            </a:pPr>
            <a:r>
              <a:rPr sz="1600" b="0" i="0">
                <a:solidFill>
                  <a:srgbClr val="263238"/>
                </a:solidFill>
              </a:rPr>
              <a:t>Neue Quellen gesucht: CAPPIMU misst dieselben Stürze an neun Körperstellen, auch am Schienbein. ImbalanSense und Smart-Insole messen in der Sohle, aber nur Alltag. Daraus eine Trainingskette gebaut.</a:t>
            </a:r>
          </a:p>
        </p:txBody>
      </p:sp>
      <p:sp>
        <p:nvSpPr>
          <p:cNvPr id="7" name="TextBox 6"/>
          <p:cNvSpPr txBox="1"/>
          <p:nvPr/>
        </p:nvSpPr>
        <p:spPr>
          <a:xfrm>
            <a:off x="429768" y="3264408"/>
            <a:ext cx="6766560" cy="320040"/>
          </a:xfrm>
          <a:prstGeom prst="rect">
            <a:avLst/>
          </a:prstGeom>
          <a:noFill/>
        </p:spPr>
        <p:txBody>
          <a:bodyPr wrap="square" lIns="0" rIns="0" tIns="0" bIns="0" anchor="t">
            <a:spAutoFit/>
          </a:bodyPr>
          <a:lstStyle/>
          <a:p>
            <a:pPr algn="l">
              <a:spcAft>
                <a:spcPts val="800"/>
              </a:spcAft>
            </a:pPr>
            <a:r>
              <a:rPr sz="1500" b="1" i="0">
                <a:solidFill>
                  <a:srgbClr val="80BA24"/>
                </a:solidFill>
              </a:rPr>
              <a:t>Was herauskam</a:t>
            </a:r>
          </a:p>
        </p:txBody>
      </p:sp>
      <p:sp>
        <p:nvSpPr>
          <p:cNvPr id="8" name="TextBox 7"/>
          <p:cNvSpPr txBox="1"/>
          <p:nvPr/>
        </p:nvSpPr>
        <p:spPr>
          <a:xfrm>
            <a:off x="429768" y="3611880"/>
            <a:ext cx="6766560" cy="1051560"/>
          </a:xfrm>
          <a:prstGeom prst="rect">
            <a:avLst/>
          </a:prstGeom>
          <a:noFill/>
        </p:spPr>
        <p:txBody>
          <a:bodyPr wrap="square" lIns="0" rIns="0" tIns="0" bIns="0" anchor="t">
            <a:spAutoFit/>
          </a:bodyPr>
          <a:lstStyle/>
          <a:p>
            <a:pPr algn="l">
              <a:spcAft>
                <a:spcPts val="400"/>
              </a:spcAft>
            </a:pPr>
            <a:r>
              <a:rPr sz="1600" b="0" i="0">
                <a:solidFill>
                  <a:srgbClr val="263238"/>
                </a:solidFill>
              </a:rPr>
              <a:t>Beinstürze heben die Erkennung am Schienbein von 21 auf 83 %. Ohne Fußdaten steigen dafür die Fehlalarme an der Sohle auf mehrere hundert je Stunde. Mit Sohlen-Alltag sinken sie um über 90 % – ohne Stürze zu kosten.</a:t>
            </a:r>
          </a:p>
        </p:txBody>
      </p:sp>
      <p:sp>
        <p:nvSpPr>
          <p:cNvPr id="9" name="TextBox 8"/>
          <p:cNvSpPr txBox="1"/>
          <p:nvPr/>
        </p:nvSpPr>
        <p:spPr>
          <a:xfrm>
            <a:off x="429768" y="4745736"/>
            <a:ext cx="6766560" cy="320040"/>
          </a:xfrm>
          <a:prstGeom prst="rect">
            <a:avLst/>
          </a:prstGeom>
          <a:noFill/>
        </p:spPr>
        <p:txBody>
          <a:bodyPr wrap="square" lIns="0" rIns="0" tIns="0" bIns="0" anchor="t">
            <a:spAutoFit/>
          </a:bodyPr>
          <a:lstStyle/>
          <a:p>
            <a:pPr algn="l">
              <a:spcAft>
                <a:spcPts val="800"/>
              </a:spcAft>
            </a:pPr>
            <a:r>
              <a:rPr sz="1500" b="1" i="0">
                <a:solidFill>
                  <a:srgbClr val="80BA24"/>
                </a:solidFill>
              </a:rPr>
              <a:t>Was ich daraus entschieden habe</a:t>
            </a:r>
          </a:p>
        </p:txBody>
      </p:sp>
      <p:sp>
        <p:nvSpPr>
          <p:cNvPr id="10" name="TextBox 9"/>
          <p:cNvSpPr txBox="1"/>
          <p:nvPr/>
        </p:nvSpPr>
        <p:spPr>
          <a:xfrm>
            <a:off x="429768" y="5093208"/>
            <a:ext cx="6766560" cy="1051560"/>
          </a:xfrm>
          <a:prstGeom prst="rect">
            <a:avLst/>
          </a:prstGeom>
          <a:noFill/>
        </p:spPr>
        <p:txBody>
          <a:bodyPr wrap="square" lIns="0" rIns="0" tIns="0" bIns="0" anchor="t">
            <a:spAutoFit/>
          </a:bodyPr>
          <a:lstStyle/>
          <a:p>
            <a:pPr algn="l">
              <a:spcAft>
                <a:spcPts val="400"/>
              </a:spcAft>
            </a:pPr>
            <a:r>
              <a:rPr sz="1600" b="0" i="0">
                <a:solidFill>
                  <a:srgbClr val="263238"/>
                </a:solidFill>
              </a:rPr>
              <a:t>Training: Hüfte → Rücken → Schienbein-Stürze + Sohlen-Alltag. Smart-Insole bleibt draußen: kostet Sensitivität und ist nur akademisch nutzbar.</a:t>
            </a:r>
          </a:p>
        </p:txBody>
      </p:sp>
      <p:sp>
        <p:nvSpPr>
          <p:cNvPr id="11" name="Rectangle 10"/>
          <p:cNvSpPr/>
          <p:nvPr/>
        </p:nvSpPr>
        <p:spPr>
          <a:xfrm>
            <a:off x="7589520" y="1783080"/>
            <a:ext cx="4069080" cy="2834640"/>
          </a:xfrm>
          <a:prstGeom prst="rect">
            <a:avLst/>
          </a:prstGeom>
          <a:solidFill>
            <a:srgbClr val="EE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818120" y="1965960"/>
            <a:ext cx="3657600" cy="365760"/>
          </a:xfrm>
          <a:prstGeom prst="rect">
            <a:avLst/>
          </a:prstGeom>
          <a:noFill/>
        </p:spPr>
        <p:txBody>
          <a:bodyPr wrap="square" lIns="0" rIns="0" tIns="0" bIns="0" anchor="t">
            <a:spAutoFit/>
          </a:bodyPr>
          <a:lstStyle/>
          <a:p>
            <a:pPr algn="l">
              <a:spcAft>
                <a:spcPts val="800"/>
              </a:spcAft>
            </a:pPr>
            <a:r>
              <a:rPr sz="1500" b="1" i="0">
                <a:solidFill>
                  <a:srgbClr val="4A5C66"/>
                </a:solidFill>
              </a:rPr>
              <a:t>Trainingskette</a:t>
            </a:r>
          </a:p>
        </p:txBody>
      </p:sp>
      <p:sp>
        <p:nvSpPr>
          <p:cNvPr id="13" name="TextBox 12"/>
          <p:cNvSpPr txBox="1"/>
          <p:nvPr/>
        </p:nvSpPr>
        <p:spPr>
          <a:xfrm>
            <a:off x="7818120" y="2423160"/>
            <a:ext cx="3657600" cy="2194560"/>
          </a:xfrm>
          <a:prstGeom prst="rect">
            <a:avLst/>
          </a:prstGeom>
          <a:noFill/>
        </p:spPr>
        <p:txBody>
          <a:bodyPr wrap="square" lIns="0" rIns="0" tIns="0" bIns="0" anchor="t">
            <a:spAutoFit/>
          </a:bodyPr>
          <a:lstStyle/>
          <a:p>
            <a:pPr algn="l" marL="285750" indent="-285750">
              <a:spcAft>
                <a:spcPts val="800"/>
              </a:spcAft>
              <a:buClr>
                <a:srgbClr val="80BA24"/>
              </a:buClr>
              <a:buChar char="–"/>
            </a:pPr>
            <a:r>
              <a:rPr sz="1500" b="0" i="0">
                <a:solidFill>
                  <a:srgbClr val="263238"/>
                </a:solidFill>
              </a:rPr>
              <a:t>SisFall → KFall</a:t>
            </a:r>
          </a:p>
          <a:p>
            <a:pPr algn="l" marL="285750" indent="-285750">
              <a:spcAft>
                <a:spcPts val="800"/>
              </a:spcAft>
              <a:buClr>
                <a:srgbClr val="80BA24"/>
              </a:buClr>
              <a:buChar char="–"/>
            </a:pPr>
            <a:r>
              <a:rPr sz="1500" b="0" i="0">
                <a:solidFill>
                  <a:srgbClr val="263238"/>
                </a:solidFill>
              </a:rPr>
              <a:t>→ CAPPIMU Schienbein (Stürze)</a:t>
            </a:r>
          </a:p>
          <a:p>
            <a:pPr algn="l" marL="285750" indent="-285750">
              <a:spcAft>
                <a:spcPts val="800"/>
              </a:spcAft>
              <a:buClr>
                <a:srgbClr val="80BA24"/>
              </a:buClr>
              <a:buChar char="–"/>
            </a:pPr>
            <a:r>
              <a:rPr sz="1500" b="0" i="0">
                <a:solidFill>
                  <a:srgbClr val="263238"/>
                </a:solidFill>
              </a:rPr>
              <a:t>→ ImbalanSense Sohle (Alltag)</a:t>
            </a:r>
          </a:p>
          <a:p>
            <a:pPr algn="l" marL="285750" indent="-285750">
              <a:spcAft>
                <a:spcPts val="800"/>
              </a:spcAft>
              <a:buClr>
                <a:srgbClr val="80BA24"/>
              </a:buClr>
              <a:buChar char="–"/>
            </a:pPr>
            <a:r>
              <a:rPr sz="1500" b="0" i="0">
                <a:solidFill>
                  <a:srgbClr val="263238"/>
                </a:solidFill>
              </a:rPr>
              <a:t>→ Firmware-Modell B2r</a:t>
            </a:r>
          </a:p>
        </p:txBody>
      </p:sp>
      <p:sp>
        <p:nvSpPr>
          <p:cNvPr id="4" name="Foliennummernplatzhalter 5"/>
          <p:cNvSpPr>
            <a:spLocks noGrp="1"/>
          </p:cNvSpPr>
          <p:nvPr>
            <p:ph type="sldNum" sz="quarter" idx="10"/>
          </p:nvPr>
        </p:nvSpPr>
        <p:spPr/>
        <p:txBody>
          <a:bodyPr/>
          <a:lstStyle>
            <a:lvl1pPr>
              <a:defRPr/>
            </a:lvl1pPr>
          </a:lstStyle>
          <a:p>
            <a:pPr>
              <a:defRPr/>
            </a:pPr>
            <a:fld id="{B5BCC05E-6BB9-F44C-AA5C-18037A9C729E}" type="slidenum">
              <a:rPr lang="de-DE" altLang="de-DE" smtClean="0"/>
              <a:pPr>
                <a:defRPr/>
              </a:pPr>
              <a:t>‹Nr.›</a:t>
            </a:fld>
            <a:endParaRPr lang="de-DE" altLang="de-DE" dirty="0"/>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Etappe 5: Die Überraschung – links und rechts sind verschieden</a:t>
            </a:r>
          </a:p>
        </p:txBody>
      </p:sp>
      <p:sp>
        <p:nvSpPr>
          <p:cNvPr id="4" name="TextBox 3"/>
          <p:cNvSpPr txBox="1"/>
          <p:nvPr/>
        </p:nvSpPr>
        <p:spPr>
          <a:xfrm>
            <a:off x="9829800" y="1143000"/>
            <a:ext cx="1828800" cy="365760"/>
          </a:xfrm>
          <a:prstGeom prst="rect">
            <a:avLst/>
          </a:prstGeom>
          <a:noFill/>
        </p:spPr>
        <p:txBody>
          <a:bodyPr wrap="square" lIns="0" rIns="0" tIns="0" bIns="0" anchor="t">
            <a:spAutoFit/>
          </a:bodyPr>
          <a:lstStyle/>
          <a:p>
            <a:pPr algn="r">
              <a:spcAft>
                <a:spcPts val="800"/>
              </a:spcAft>
            </a:pPr>
            <a:r>
              <a:rPr sz="1300" b="0" i="0">
                <a:solidFill>
                  <a:srgbClr val="4A5C66"/>
                </a:solidFill>
              </a:rPr>
              <a:t>Etappe 5 von 8</a:t>
            </a:r>
          </a:p>
        </p:txBody>
      </p:sp>
      <p:sp>
        <p:nvSpPr>
          <p:cNvPr id="5" name="TextBox 4"/>
          <p:cNvSpPr txBox="1"/>
          <p:nvPr/>
        </p:nvSpPr>
        <p:spPr>
          <a:xfrm>
            <a:off x="429768" y="1783080"/>
            <a:ext cx="6766560" cy="320040"/>
          </a:xfrm>
          <a:prstGeom prst="rect">
            <a:avLst/>
          </a:prstGeom>
          <a:noFill/>
        </p:spPr>
        <p:txBody>
          <a:bodyPr wrap="square" lIns="0" rIns="0" tIns="0" bIns="0" anchor="t">
            <a:spAutoFit/>
          </a:bodyPr>
          <a:lstStyle/>
          <a:p>
            <a:pPr algn="l">
              <a:spcAft>
                <a:spcPts val="800"/>
              </a:spcAft>
            </a:pPr>
            <a:r>
              <a:rPr sz="1500" b="1" i="0">
                <a:solidFill>
                  <a:srgbClr val="80BA24"/>
                </a:solidFill>
              </a:rPr>
              <a:t>Was ich gemacht habe</a:t>
            </a:r>
          </a:p>
        </p:txBody>
      </p:sp>
      <p:sp>
        <p:nvSpPr>
          <p:cNvPr id="6" name="TextBox 5"/>
          <p:cNvSpPr txBox="1"/>
          <p:nvPr/>
        </p:nvSpPr>
        <p:spPr>
          <a:xfrm>
            <a:off x="429768" y="2130552"/>
            <a:ext cx="6766560" cy="1051560"/>
          </a:xfrm>
          <a:prstGeom prst="rect">
            <a:avLst/>
          </a:prstGeom>
          <a:noFill/>
        </p:spPr>
        <p:txBody>
          <a:bodyPr wrap="square" lIns="0" rIns="0" tIns="0" bIns="0" anchor="t">
            <a:spAutoFit/>
          </a:bodyPr>
          <a:lstStyle/>
          <a:p>
            <a:pPr algn="l">
              <a:spcAft>
                <a:spcPts val="400"/>
              </a:spcAft>
            </a:pPr>
            <a:r>
              <a:rPr sz="1600" b="0" i="0">
                <a:solidFill>
                  <a:srgbClr val="263238"/>
                </a:solidFill>
              </a:rPr>
              <a:t>Auf CAPPIMU verglichen, wie gut das Modell an jeder Körperstelle erkennt. Erwartet hatte ich: je weiter vom Rumpf, desto schlechter.</a:t>
            </a:r>
          </a:p>
        </p:txBody>
      </p:sp>
      <p:sp>
        <p:nvSpPr>
          <p:cNvPr id="7" name="TextBox 6"/>
          <p:cNvSpPr txBox="1"/>
          <p:nvPr/>
        </p:nvSpPr>
        <p:spPr>
          <a:xfrm>
            <a:off x="429768" y="3264408"/>
            <a:ext cx="6766560" cy="320040"/>
          </a:xfrm>
          <a:prstGeom prst="rect">
            <a:avLst/>
          </a:prstGeom>
          <a:noFill/>
        </p:spPr>
        <p:txBody>
          <a:bodyPr wrap="square" lIns="0" rIns="0" tIns="0" bIns="0" anchor="t">
            <a:spAutoFit/>
          </a:bodyPr>
          <a:lstStyle/>
          <a:p>
            <a:pPr algn="l">
              <a:spcAft>
                <a:spcPts val="800"/>
              </a:spcAft>
            </a:pPr>
            <a:r>
              <a:rPr sz="1500" b="1" i="0">
                <a:solidFill>
                  <a:srgbClr val="80BA24"/>
                </a:solidFill>
              </a:rPr>
              <a:t>Was herauskam</a:t>
            </a:r>
          </a:p>
        </p:txBody>
      </p:sp>
      <p:sp>
        <p:nvSpPr>
          <p:cNvPr id="8" name="TextBox 7"/>
          <p:cNvSpPr txBox="1"/>
          <p:nvPr/>
        </p:nvSpPr>
        <p:spPr>
          <a:xfrm>
            <a:off x="429768" y="3611880"/>
            <a:ext cx="6766560" cy="1051560"/>
          </a:xfrm>
          <a:prstGeom prst="rect">
            <a:avLst/>
          </a:prstGeom>
          <a:noFill/>
        </p:spPr>
        <p:txBody>
          <a:bodyPr wrap="square" lIns="0" rIns="0" tIns="0" bIns="0" anchor="t">
            <a:spAutoFit/>
          </a:bodyPr>
          <a:lstStyle/>
          <a:p>
            <a:pPr algn="l">
              <a:spcAft>
                <a:spcPts val="400"/>
              </a:spcAft>
            </a:pPr>
            <a:r>
              <a:rPr sz="1600" b="0" i="0">
                <a:solidFill>
                  <a:srgbClr val="263238"/>
                </a:solidFill>
              </a:rPr>
              <a:t>Stattdessen unterscheiden sich linke und rechte Körperseite bei denselben Stürzen bis Faktor neun. Spiegelt man die linke Seite rechnerisch, erreicht sie die Werte der rechten. Ursache ist die Lage der Sensorachsen, nicht die Position.</a:t>
            </a:r>
          </a:p>
        </p:txBody>
      </p:sp>
      <p:sp>
        <p:nvSpPr>
          <p:cNvPr id="9" name="TextBox 8"/>
          <p:cNvSpPr txBox="1"/>
          <p:nvPr/>
        </p:nvSpPr>
        <p:spPr>
          <a:xfrm>
            <a:off x="429768" y="4745736"/>
            <a:ext cx="6766560" cy="320040"/>
          </a:xfrm>
          <a:prstGeom prst="rect">
            <a:avLst/>
          </a:prstGeom>
          <a:noFill/>
        </p:spPr>
        <p:txBody>
          <a:bodyPr wrap="square" lIns="0" rIns="0" tIns="0" bIns="0" anchor="t">
            <a:spAutoFit/>
          </a:bodyPr>
          <a:lstStyle/>
          <a:p>
            <a:pPr algn="l">
              <a:spcAft>
                <a:spcPts val="800"/>
              </a:spcAft>
            </a:pPr>
            <a:r>
              <a:rPr sz="1500" b="1" i="0">
                <a:solidFill>
                  <a:srgbClr val="80BA24"/>
                </a:solidFill>
              </a:rPr>
              <a:t>Was ich daraus entschieden habe</a:t>
            </a:r>
          </a:p>
        </p:txBody>
      </p:sp>
      <p:sp>
        <p:nvSpPr>
          <p:cNvPr id="10" name="TextBox 9"/>
          <p:cNvSpPr txBox="1"/>
          <p:nvPr/>
        </p:nvSpPr>
        <p:spPr>
          <a:xfrm>
            <a:off x="429768" y="5093208"/>
            <a:ext cx="6766560" cy="1051560"/>
          </a:xfrm>
          <a:prstGeom prst="rect">
            <a:avLst/>
          </a:prstGeom>
          <a:noFill/>
        </p:spPr>
        <p:txBody>
          <a:bodyPr wrap="square" lIns="0" rIns="0" tIns="0" bIns="0" anchor="t">
            <a:spAutoFit/>
          </a:bodyPr>
          <a:lstStyle/>
          <a:p>
            <a:pPr algn="l">
              <a:spcAft>
                <a:spcPts val="400"/>
              </a:spcAft>
            </a:pPr>
            <a:r>
              <a:rPr sz="1600" b="0" i="0">
                <a:solidFill>
                  <a:srgbClr val="263238"/>
                </a:solidFill>
              </a:rPr>
              <a:t>Zwei Gegenmittel: Im Training jedes Fenster zusätzlich zufällig drehen und spiegeln, und in der Firmware die Einbaulage selbst bestimmen. Das erklärt rückblickend auch Etappe 2.</a:t>
            </a:r>
          </a:p>
        </p:txBody>
      </p:sp>
      <p:sp>
        <p:nvSpPr>
          <p:cNvPr id="11" name="Rectangle 10"/>
          <p:cNvSpPr/>
          <p:nvPr/>
        </p:nvSpPr>
        <p:spPr>
          <a:xfrm>
            <a:off x="7589520" y="1783080"/>
            <a:ext cx="4069080" cy="2834640"/>
          </a:xfrm>
          <a:prstGeom prst="rect">
            <a:avLst/>
          </a:prstGeom>
          <a:solidFill>
            <a:srgbClr val="EE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818120" y="1965960"/>
            <a:ext cx="3657600" cy="365760"/>
          </a:xfrm>
          <a:prstGeom prst="rect">
            <a:avLst/>
          </a:prstGeom>
          <a:noFill/>
        </p:spPr>
        <p:txBody>
          <a:bodyPr wrap="square" lIns="0" rIns="0" tIns="0" bIns="0" anchor="t">
            <a:spAutoFit/>
          </a:bodyPr>
          <a:lstStyle/>
          <a:p>
            <a:pPr algn="l">
              <a:spcAft>
                <a:spcPts val="800"/>
              </a:spcAft>
            </a:pPr>
            <a:r>
              <a:rPr sz="1500" b="1" i="0">
                <a:solidFill>
                  <a:srgbClr val="4A5C66"/>
                </a:solidFill>
              </a:rPr>
              <a:t>Erkannte Stürze</a:t>
            </a:r>
          </a:p>
        </p:txBody>
      </p:sp>
      <p:sp>
        <p:nvSpPr>
          <p:cNvPr id="13" name="TextBox 12"/>
          <p:cNvSpPr txBox="1"/>
          <p:nvPr/>
        </p:nvSpPr>
        <p:spPr>
          <a:xfrm>
            <a:off x="7818120" y="2423160"/>
            <a:ext cx="3657600" cy="2194560"/>
          </a:xfrm>
          <a:prstGeom prst="rect">
            <a:avLst/>
          </a:prstGeom>
          <a:noFill/>
        </p:spPr>
        <p:txBody>
          <a:bodyPr wrap="square" lIns="0" rIns="0" tIns="0" bIns="0" anchor="t">
            <a:spAutoFit/>
          </a:bodyPr>
          <a:lstStyle/>
          <a:p>
            <a:pPr algn="l" marL="285750" indent="-285750">
              <a:spcAft>
                <a:spcPts val="800"/>
              </a:spcAft>
              <a:buClr>
                <a:srgbClr val="80BA24"/>
              </a:buClr>
              <a:buChar char="–"/>
            </a:pPr>
            <a:r>
              <a:rPr sz="1500" b="0" i="0">
                <a:solidFill>
                  <a:srgbClr val="263238"/>
                </a:solidFill>
              </a:rPr>
              <a:t>Oberarm links 5 %, rechts 47 %</a:t>
            </a:r>
          </a:p>
          <a:p>
            <a:pPr algn="l" marL="285750" indent="-285750">
              <a:spcAft>
                <a:spcPts val="800"/>
              </a:spcAft>
              <a:buClr>
                <a:srgbClr val="80BA24"/>
              </a:buClr>
              <a:buChar char="–"/>
            </a:pPr>
            <a:r>
              <a:rPr sz="1500" b="0" i="0">
                <a:solidFill>
                  <a:srgbClr val="263238"/>
                </a:solidFill>
              </a:rPr>
              <a:t>links gespiegelt: 54 %</a:t>
            </a:r>
          </a:p>
          <a:p>
            <a:pPr algn="l" marL="285750" indent="-285750">
              <a:spcAft>
                <a:spcPts val="800"/>
              </a:spcAft>
              <a:buClr>
                <a:srgbClr val="80BA24"/>
              </a:buClr>
              <a:buChar char="–"/>
            </a:pPr>
            <a:r>
              <a:rPr sz="1500" b="0" i="0">
                <a:solidFill>
                  <a:srgbClr val="263238"/>
                </a:solidFill>
              </a:rPr>
              <a:t>gedreht ohne Augmentierung: 58 %</a:t>
            </a:r>
          </a:p>
          <a:p>
            <a:pPr algn="l" marL="285750" indent="-285750">
              <a:spcAft>
                <a:spcPts val="800"/>
              </a:spcAft>
              <a:buClr>
                <a:srgbClr val="80BA24"/>
              </a:buClr>
              <a:buChar char="–"/>
            </a:pPr>
            <a:r>
              <a:rPr sz="1500" b="0" i="0">
                <a:solidFill>
                  <a:srgbClr val="263238"/>
                </a:solidFill>
              </a:rPr>
              <a:t>gedreht mit Augmentierung: 76 %</a:t>
            </a:r>
          </a:p>
        </p:txBody>
      </p:sp>
      <p:sp>
        <p:nvSpPr>
          <p:cNvPr id="4" name="Foliennummernplatzhalter 5"/>
          <p:cNvSpPr>
            <a:spLocks noGrp="1"/>
          </p:cNvSpPr>
          <p:nvPr>
            <p:ph type="sldNum" sz="quarter" idx="10"/>
          </p:nvPr>
        </p:nvSpPr>
        <p:spPr/>
        <p:txBody>
          <a:bodyPr/>
          <a:lstStyle>
            <a:lvl1pPr>
              <a:defRPr/>
            </a:lvl1pPr>
          </a:lstStyle>
          <a:p>
            <a:pPr>
              <a:defRPr/>
            </a:pPr>
            <a:fld id="{B5BCC05E-6BB9-F44C-AA5C-18037A9C729E}" type="slidenum">
              <a:rPr lang="de-DE" altLang="de-DE" smtClean="0"/>
              <a:pPr>
                <a:defRPr/>
              </a:pPr>
              <a:t>‹Nr.›</a:t>
            </a:fld>
            <a:endParaRPr lang="de-DE" altLang="de-DE" dirty="0"/>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Etappe 6: Test auf der eigenen Hardware</a:t>
            </a:r>
          </a:p>
        </p:txBody>
      </p:sp>
      <p:sp>
        <p:nvSpPr>
          <p:cNvPr id="4" name="TextBox 3"/>
          <p:cNvSpPr txBox="1"/>
          <p:nvPr/>
        </p:nvSpPr>
        <p:spPr>
          <a:xfrm>
            <a:off x="9829800" y="1143000"/>
            <a:ext cx="1828800" cy="365760"/>
          </a:xfrm>
          <a:prstGeom prst="rect">
            <a:avLst/>
          </a:prstGeom>
          <a:noFill/>
        </p:spPr>
        <p:txBody>
          <a:bodyPr wrap="square" lIns="0" rIns="0" tIns="0" bIns="0" anchor="t">
            <a:spAutoFit/>
          </a:bodyPr>
          <a:lstStyle/>
          <a:p>
            <a:pPr algn="r">
              <a:spcAft>
                <a:spcPts val="800"/>
              </a:spcAft>
            </a:pPr>
            <a:r>
              <a:rPr sz="1300" b="0" i="0">
                <a:solidFill>
                  <a:srgbClr val="4A5C66"/>
                </a:solidFill>
              </a:rPr>
              <a:t>Etappe 6 von 8</a:t>
            </a:r>
          </a:p>
        </p:txBody>
      </p:sp>
      <p:sp>
        <p:nvSpPr>
          <p:cNvPr id="5" name="TextBox 4"/>
          <p:cNvSpPr txBox="1"/>
          <p:nvPr/>
        </p:nvSpPr>
        <p:spPr>
          <a:xfrm>
            <a:off x="429768" y="1783080"/>
            <a:ext cx="6766560" cy="320040"/>
          </a:xfrm>
          <a:prstGeom prst="rect">
            <a:avLst/>
          </a:prstGeom>
          <a:noFill/>
        </p:spPr>
        <p:txBody>
          <a:bodyPr wrap="square" lIns="0" rIns="0" tIns="0" bIns="0" anchor="t">
            <a:spAutoFit/>
          </a:bodyPr>
          <a:lstStyle/>
          <a:p>
            <a:pPr algn="l">
              <a:spcAft>
                <a:spcPts val="800"/>
              </a:spcAft>
            </a:pPr>
            <a:r>
              <a:rPr sz="1500" b="1" i="0">
                <a:solidFill>
                  <a:srgbClr val="80BA24"/>
                </a:solidFill>
              </a:rPr>
              <a:t>Was ich gemacht habe</a:t>
            </a:r>
          </a:p>
        </p:txBody>
      </p:sp>
      <p:sp>
        <p:nvSpPr>
          <p:cNvPr id="6" name="TextBox 5"/>
          <p:cNvSpPr txBox="1"/>
          <p:nvPr/>
        </p:nvSpPr>
        <p:spPr>
          <a:xfrm>
            <a:off x="429768" y="2130552"/>
            <a:ext cx="6766560" cy="1051560"/>
          </a:xfrm>
          <a:prstGeom prst="rect">
            <a:avLst/>
          </a:prstGeom>
          <a:noFill/>
        </p:spPr>
        <p:txBody>
          <a:bodyPr wrap="square" lIns="0" rIns="0" tIns="0" bIns="0" anchor="t">
            <a:spAutoFit/>
          </a:bodyPr>
          <a:lstStyle/>
          <a:p>
            <a:pPr algn="l">
              <a:spcAft>
                <a:spcPts val="400"/>
              </a:spcAft>
            </a:pPr>
            <a:r>
              <a:rPr sz="1600" b="0" i="0">
                <a:solidFill>
                  <a:srgbClr val="263238"/>
                </a:solidFill>
              </a:rPr>
              <a:t>Mit dem Logger an Hüfte und beiden Knöcheln aufgenommen: vier Sturzarten auf einer Matte, dazu Gehen, Joggen, Treppen, kräftiges Hinsetzen, Springen, Aufheben. Ausgewertet wie auf dem Chip (alle 0,2 s, 3 von 5).</a:t>
            </a:r>
          </a:p>
        </p:txBody>
      </p:sp>
      <p:sp>
        <p:nvSpPr>
          <p:cNvPr id="7" name="TextBox 6"/>
          <p:cNvSpPr txBox="1"/>
          <p:nvPr/>
        </p:nvSpPr>
        <p:spPr>
          <a:xfrm>
            <a:off x="429768" y="3264408"/>
            <a:ext cx="6766560" cy="320040"/>
          </a:xfrm>
          <a:prstGeom prst="rect">
            <a:avLst/>
          </a:prstGeom>
          <a:noFill/>
        </p:spPr>
        <p:txBody>
          <a:bodyPr wrap="square" lIns="0" rIns="0" tIns="0" bIns="0" anchor="t">
            <a:spAutoFit/>
          </a:bodyPr>
          <a:lstStyle/>
          <a:p>
            <a:pPr algn="l">
              <a:spcAft>
                <a:spcPts val="800"/>
              </a:spcAft>
            </a:pPr>
            <a:r>
              <a:rPr sz="1500" b="1" i="0">
                <a:solidFill>
                  <a:srgbClr val="80BA24"/>
                </a:solidFill>
              </a:rPr>
              <a:t>Was herauskam</a:t>
            </a:r>
          </a:p>
        </p:txBody>
      </p:sp>
      <p:sp>
        <p:nvSpPr>
          <p:cNvPr id="8" name="TextBox 7"/>
          <p:cNvSpPr txBox="1"/>
          <p:nvPr/>
        </p:nvSpPr>
        <p:spPr>
          <a:xfrm>
            <a:off x="429768" y="3611880"/>
            <a:ext cx="6766560" cy="1051560"/>
          </a:xfrm>
          <a:prstGeom prst="rect">
            <a:avLst/>
          </a:prstGeom>
          <a:noFill/>
        </p:spPr>
        <p:txBody>
          <a:bodyPr wrap="square" lIns="0" rIns="0" tIns="0" bIns="0" anchor="t">
            <a:spAutoFit/>
          </a:bodyPr>
          <a:lstStyle/>
          <a:p>
            <a:pPr algn="l">
              <a:spcAft>
                <a:spcPts val="400"/>
              </a:spcAft>
            </a:pPr>
            <a:r>
              <a:rPr sz="1600" b="0" i="0">
                <a:solidFill>
                  <a:srgbClr val="263238"/>
                </a:solidFill>
              </a:rPr>
              <a:t>Roh erkennt das Hüftmodell an der eigenen Hüfte nur 2 von 22 Stürzen. Allein die Achsen wie in SisFall auszurichten bringt 15 von 22. Das fertige Modell findet nach Ausrichtung über die Schwerkraft alle 67 Stürze.</a:t>
            </a:r>
          </a:p>
        </p:txBody>
      </p:sp>
      <p:sp>
        <p:nvSpPr>
          <p:cNvPr id="9" name="TextBox 8"/>
          <p:cNvSpPr txBox="1"/>
          <p:nvPr/>
        </p:nvSpPr>
        <p:spPr>
          <a:xfrm>
            <a:off x="429768" y="4745736"/>
            <a:ext cx="6766560" cy="320040"/>
          </a:xfrm>
          <a:prstGeom prst="rect">
            <a:avLst/>
          </a:prstGeom>
          <a:noFill/>
        </p:spPr>
        <p:txBody>
          <a:bodyPr wrap="square" lIns="0" rIns="0" tIns="0" bIns="0" anchor="t">
            <a:spAutoFit/>
          </a:bodyPr>
          <a:lstStyle/>
          <a:p>
            <a:pPr algn="l">
              <a:spcAft>
                <a:spcPts val="800"/>
              </a:spcAft>
            </a:pPr>
            <a:r>
              <a:rPr sz="1500" b="1" i="0">
                <a:solidFill>
                  <a:srgbClr val="80BA24"/>
                </a:solidFill>
              </a:rPr>
              <a:t>Was ich daraus entschieden habe</a:t>
            </a:r>
          </a:p>
        </p:txBody>
      </p:sp>
      <p:sp>
        <p:nvSpPr>
          <p:cNvPr id="10" name="TextBox 9"/>
          <p:cNvSpPr txBox="1"/>
          <p:nvPr/>
        </p:nvSpPr>
        <p:spPr>
          <a:xfrm>
            <a:off x="429768" y="5093208"/>
            <a:ext cx="6766560" cy="1051560"/>
          </a:xfrm>
          <a:prstGeom prst="rect">
            <a:avLst/>
          </a:prstGeom>
          <a:noFill/>
        </p:spPr>
        <p:txBody>
          <a:bodyPr wrap="square" lIns="0" rIns="0" tIns="0" bIns="0" anchor="t">
            <a:spAutoFit/>
          </a:bodyPr>
          <a:lstStyle/>
          <a:p>
            <a:pPr algn="l">
              <a:spcAft>
                <a:spcPts val="400"/>
              </a:spcAft>
            </a:pPr>
            <a:r>
              <a:rPr sz="1600" b="0" i="0">
                <a:solidFill>
                  <a:srgbClr val="263238"/>
                </a:solidFill>
              </a:rPr>
              <a:t>Die Firmware bestimmt die Lage nach jedem Aufwachen selbst: Schwerkraft im Stand gibt „oben“, der X-Pfeil gibt „vorn“.</a:t>
            </a:r>
          </a:p>
        </p:txBody>
      </p:sp>
      <p:sp>
        <p:nvSpPr>
          <p:cNvPr id="11" name="Rectangle 10"/>
          <p:cNvSpPr/>
          <p:nvPr/>
        </p:nvSpPr>
        <p:spPr>
          <a:xfrm>
            <a:off x="7589520" y="1783080"/>
            <a:ext cx="4069080" cy="2834640"/>
          </a:xfrm>
          <a:prstGeom prst="rect">
            <a:avLst/>
          </a:prstGeom>
          <a:solidFill>
            <a:srgbClr val="EE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818120" y="1965960"/>
            <a:ext cx="3657600" cy="365760"/>
          </a:xfrm>
          <a:prstGeom prst="rect">
            <a:avLst/>
          </a:prstGeom>
          <a:noFill/>
        </p:spPr>
        <p:txBody>
          <a:bodyPr wrap="square" lIns="0" rIns="0" tIns="0" bIns="0" anchor="t">
            <a:spAutoFit/>
          </a:bodyPr>
          <a:lstStyle/>
          <a:p>
            <a:pPr algn="l">
              <a:spcAft>
                <a:spcPts val="800"/>
              </a:spcAft>
            </a:pPr>
            <a:r>
              <a:rPr sz="1500" b="1" i="0">
                <a:solidFill>
                  <a:srgbClr val="4A5C66"/>
                </a:solidFill>
              </a:rPr>
              <a:t>Einschränkungen</a:t>
            </a:r>
          </a:p>
        </p:txBody>
      </p:sp>
      <p:sp>
        <p:nvSpPr>
          <p:cNvPr id="13" name="TextBox 12"/>
          <p:cNvSpPr txBox="1"/>
          <p:nvPr/>
        </p:nvSpPr>
        <p:spPr>
          <a:xfrm>
            <a:off x="7818120" y="2423160"/>
            <a:ext cx="3657600" cy="2194560"/>
          </a:xfrm>
          <a:prstGeom prst="rect">
            <a:avLst/>
          </a:prstGeom>
          <a:noFill/>
        </p:spPr>
        <p:txBody>
          <a:bodyPr wrap="square" lIns="0" rIns="0" tIns="0" bIns="0" anchor="t">
            <a:spAutoFit/>
          </a:bodyPr>
          <a:lstStyle/>
          <a:p>
            <a:pPr algn="l" marL="285750" indent="-285750">
              <a:spcAft>
                <a:spcPts val="800"/>
              </a:spcAft>
              <a:buClr>
                <a:srgbClr val="80BA24"/>
              </a:buClr>
              <a:buChar char="–"/>
            </a:pPr>
            <a:r>
              <a:rPr sz="1500" b="0" i="0">
                <a:solidFill>
                  <a:srgbClr val="263238"/>
                </a:solidFill>
              </a:rPr>
              <a:t>eine Person, Stürze auf Matte</a:t>
            </a:r>
          </a:p>
          <a:p>
            <a:pPr algn="l" marL="285750" indent="-285750">
              <a:spcAft>
                <a:spcPts val="800"/>
              </a:spcAft>
              <a:buClr>
                <a:srgbClr val="80BA24"/>
              </a:buClr>
              <a:buChar char="–"/>
            </a:pPr>
            <a:r>
              <a:rPr sz="1500" b="0" i="0">
                <a:solidFill>
                  <a:srgbClr val="263238"/>
                </a:solidFill>
              </a:rPr>
              <a:t>6–9 Minuten schwieriger Alltag je Stelle</a:t>
            </a:r>
          </a:p>
          <a:p>
            <a:pPr algn="l" marL="285750" indent="-285750">
              <a:spcAft>
                <a:spcPts val="800"/>
              </a:spcAft>
              <a:buClr>
                <a:srgbClr val="80BA24"/>
              </a:buClr>
              <a:buChar char="–"/>
            </a:pPr>
            <a:r>
              <a:rPr sz="1500" b="0" i="0">
                <a:solidFill>
                  <a:srgbClr val="263238"/>
                </a:solidFill>
              </a:rPr>
              <a:t>Fehlalarme v. a. beim Hinsetzen</a:t>
            </a:r>
          </a:p>
          <a:p>
            <a:pPr algn="l" marL="285750" indent="-285750">
              <a:spcAft>
                <a:spcPts val="800"/>
              </a:spcAft>
              <a:buClr>
                <a:srgbClr val="80BA24"/>
              </a:buClr>
              <a:buChar char="–"/>
            </a:pPr>
            <a:r>
              <a:rPr sz="1500" b="0" i="0">
                <a:solidFill>
                  <a:srgbClr val="263238"/>
                </a:solidFill>
              </a:rPr>
              <a:t>keine Rate je Stunde ableitbar</a:t>
            </a:r>
          </a:p>
        </p:txBody>
      </p:sp>
      <p:sp>
        <p:nvSpPr>
          <p:cNvPr id="4" name="Foliennummernplatzhalter 5"/>
          <p:cNvSpPr>
            <a:spLocks noGrp="1"/>
          </p:cNvSpPr>
          <p:nvPr>
            <p:ph type="sldNum" sz="quarter" idx="10"/>
          </p:nvPr>
        </p:nvSpPr>
        <p:spPr/>
        <p:txBody>
          <a:bodyPr/>
          <a:lstStyle>
            <a:lvl1pPr>
              <a:defRPr/>
            </a:lvl1pPr>
          </a:lstStyle>
          <a:p>
            <a:pPr>
              <a:defRPr/>
            </a:pPr>
            <a:fld id="{B5BCC05E-6BB9-F44C-AA5C-18037A9C729E}" type="slidenum">
              <a:rPr lang="de-DE" altLang="de-DE" smtClean="0"/>
              <a:pPr>
                <a:defRPr/>
              </a:pPr>
              <a:t>‹Nr.›</a:t>
            </a:fld>
            <a:endParaRPr lang="de-DE" altLang="de-DE" dirty="0"/>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Etappe 7: Die Sohle selbst</a:t>
            </a:r>
          </a:p>
        </p:txBody>
      </p:sp>
      <p:sp>
        <p:nvSpPr>
          <p:cNvPr id="4" name="TextBox 3"/>
          <p:cNvSpPr txBox="1"/>
          <p:nvPr/>
        </p:nvSpPr>
        <p:spPr>
          <a:xfrm>
            <a:off x="9829800" y="1143000"/>
            <a:ext cx="1828800" cy="365760"/>
          </a:xfrm>
          <a:prstGeom prst="rect">
            <a:avLst/>
          </a:prstGeom>
          <a:noFill/>
        </p:spPr>
        <p:txBody>
          <a:bodyPr wrap="square" lIns="0" rIns="0" tIns="0" bIns="0" anchor="t">
            <a:spAutoFit/>
          </a:bodyPr>
          <a:lstStyle/>
          <a:p>
            <a:pPr algn="r">
              <a:spcAft>
                <a:spcPts val="800"/>
              </a:spcAft>
            </a:pPr>
            <a:r>
              <a:rPr sz="1300" b="0" i="0">
                <a:solidFill>
                  <a:srgbClr val="4A5C66"/>
                </a:solidFill>
              </a:rPr>
              <a:t>Etappe 7 von 8</a:t>
            </a:r>
          </a:p>
        </p:txBody>
      </p:sp>
      <p:sp>
        <p:nvSpPr>
          <p:cNvPr id="5" name="TextBox 4"/>
          <p:cNvSpPr txBox="1"/>
          <p:nvPr/>
        </p:nvSpPr>
        <p:spPr>
          <a:xfrm>
            <a:off x="429768" y="1783080"/>
            <a:ext cx="6766560" cy="320040"/>
          </a:xfrm>
          <a:prstGeom prst="rect">
            <a:avLst/>
          </a:prstGeom>
          <a:noFill/>
        </p:spPr>
        <p:txBody>
          <a:bodyPr wrap="square" lIns="0" rIns="0" tIns="0" bIns="0" anchor="t">
            <a:spAutoFit/>
          </a:bodyPr>
          <a:lstStyle/>
          <a:p>
            <a:pPr algn="l">
              <a:spcAft>
                <a:spcPts val="800"/>
              </a:spcAft>
            </a:pPr>
            <a:r>
              <a:rPr sz="1500" b="1" i="0">
                <a:solidFill>
                  <a:srgbClr val="80BA24"/>
                </a:solidFill>
              </a:rPr>
              <a:t>Was ich gemacht habe</a:t>
            </a:r>
          </a:p>
        </p:txBody>
      </p:sp>
      <p:sp>
        <p:nvSpPr>
          <p:cNvPr id="6" name="TextBox 5"/>
          <p:cNvSpPr txBox="1"/>
          <p:nvPr/>
        </p:nvSpPr>
        <p:spPr>
          <a:xfrm>
            <a:off x="429768" y="2130552"/>
            <a:ext cx="6766560" cy="1051560"/>
          </a:xfrm>
          <a:prstGeom prst="rect">
            <a:avLst/>
          </a:prstGeom>
          <a:noFill/>
        </p:spPr>
        <p:txBody>
          <a:bodyPr wrap="square" lIns="0" rIns="0" tIns="0" bIns="0" anchor="t">
            <a:spAutoFit/>
          </a:bodyPr>
          <a:lstStyle/>
          <a:p>
            <a:pPr algn="l">
              <a:spcAft>
                <a:spcPts val="400"/>
              </a:spcAft>
            </a:pPr>
            <a:r>
              <a:rPr sz="1600" b="0" i="0">
                <a:solidFill>
                  <a:srgbClr val="263238"/>
                </a:solidFill>
              </a:rPr>
              <a:t>Die Partnerdaten der bisherigen Sohle analysiert und zum Schluss eigene Aufnahmen in beiden Sohlen gemacht: vier Sturzarten, Gehen, Joggen, Springen.</a:t>
            </a:r>
          </a:p>
        </p:txBody>
      </p:sp>
      <p:sp>
        <p:nvSpPr>
          <p:cNvPr id="7" name="TextBox 6"/>
          <p:cNvSpPr txBox="1"/>
          <p:nvPr/>
        </p:nvSpPr>
        <p:spPr>
          <a:xfrm>
            <a:off x="429768" y="3264408"/>
            <a:ext cx="6766560" cy="320040"/>
          </a:xfrm>
          <a:prstGeom prst="rect">
            <a:avLst/>
          </a:prstGeom>
          <a:noFill/>
        </p:spPr>
        <p:txBody>
          <a:bodyPr wrap="square" lIns="0" rIns="0" tIns="0" bIns="0" anchor="t">
            <a:spAutoFit/>
          </a:bodyPr>
          <a:lstStyle/>
          <a:p>
            <a:pPr algn="l">
              <a:spcAft>
                <a:spcPts val="800"/>
              </a:spcAft>
            </a:pPr>
            <a:r>
              <a:rPr sz="1500" b="1" i="0">
                <a:solidFill>
                  <a:srgbClr val="80BA24"/>
                </a:solidFill>
              </a:rPr>
              <a:t>Was herauskam</a:t>
            </a:r>
          </a:p>
        </p:txBody>
      </p:sp>
      <p:sp>
        <p:nvSpPr>
          <p:cNvPr id="8" name="TextBox 7"/>
          <p:cNvSpPr txBox="1"/>
          <p:nvPr/>
        </p:nvSpPr>
        <p:spPr>
          <a:xfrm>
            <a:off x="429768" y="3611880"/>
            <a:ext cx="6766560" cy="1051560"/>
          </a:xfrm>
          <a:prstGeom prst="rect">
            <a:avLst/>
          </a:prstGeom>
          <a:noFill/>
        </p:spPr>
        <p:txBody>
          <a:bodyPr wrap="square" lIns="0" rIns="0" tIns="0" bIns="0" anchor="t">
            <a:spAutoFit/>
          </a:bodyPr>
          <a:lstStyle/>
          <a:p>
            <a:pPr algn="l">
              <a:spcAft>
                <a:spcPts val="400"/>
              </a:spcAft>
            </a:pPr>
            <a:r>
              <a:rPr sz="1600" b="0" i="0">
                <a:solidFill>
                  <a:srgbClr val="263238"/>
                </a:solidFill>
              </a:rPr>
              <a:t>Die Partnerdaten (10 Hz, ±2 g, ohne Gyroskop) schneiden schon beim Gehen ab. In den eigenen Aufnahmen liegt kein Sturz über der stärksten Alltagsbewegung: Joggen und Springen erreichen 6,5–7,7 g, die Stürze 2,3–5,7 g.</a:t>
            </a:r>
          </a:p>
        </p:txBody>
      </p:sp>
      <p:sp>
        <p:nvSpPr>
          <p:cNvPr id="9" name="TextBox 8"/>
          <p:cNvSpPr txBox="1"/>
          <p:nvPr/>
        </p:nvSpPr>
        <p:spPr>
          <a:xfrm>
            <a:off x="429768" y="4745736"/>
            <a:ext cx="6766560" cy="320040"/>
          </a:xfrm>
          <a:prstGeom prst="rect">
            <a:avLst/>
          </a:prstGeom>
          <a:noFill/>
        </p:spPr>
        <p:txBody>
          <a:bodyPr wrap="square" lIns="0" rIns="0" tIns="0" bIns="0" anchor="t">
            <a:spAutoFit/>
          </a:bodyPr>
          <a:lstStyle/>
          <a:p>
            <a:pPr algn="l">
              <a:spcAft>
                <a:spcPts val="800"/>
              </a:spcAft>
            </a:pPr>
            <a:r>
              <a:rPr sz="1500" b="1" i="0">
                <a:solidFill>
                  <a:srgbClr val="80BA24"/>
                </a:solidFill>
              </a:rPr>
              <a:t>Was ich daraus entschieden habe</a:t>
            </a:r>
          </a:p>
        </p:txBody>
      </p:sp>
      <p:sp>
        <p:nvSpPr>
          <p:cNvPr id="10" name="TextBox 9"/>
          <p:cNvSpPr txBox="1"/>
          <p:nvPr/>
        </p:nvSpPr>
        <p:spPr>
          <a:xfrm>
            <a:off x="429768" y="5093208"/>
            <a:ext cx="6766560" cy="1051560"/>
          </a:xfrm>
          <a:prstGeom prst="rect">
            <a:avLst/>
          </a:prstGeom>
          <a:noFill/>
        </p:spPr>
        <p:txBody>
          <a:bodyPr wrap="square" lIns="0" rIns="0" tIns="0" bIns="0" anchor="t">
            <a:spAutoFit/>
          </a:bodyPr>
          <a:lstStyle/>
          <a:p>
            <a:pPr algn="l">
              <a:spcAft>
                <a:spcPts val="400"/>
              </a:spcAft>
            </a:pPr>
            <a:r>
              <a:rPr sz="1600" b="0" i="0">
                <a:solidFill>
                  <a:srgbClr val="263238"/>
                </a:solidFill>
              </a:rPr>
              <a:t>An der Sohle kann ein Grenzwert grundsätzlich nicht funktionieren – der Verlauf entscheidet. Für den Sensor heißt das: ±16 g, 100 Hz, mit Gyroskop.</a:t>
            </a:r>
          </a:p>
        </p:txBody>
      </p:sp>
      <p:sp>
        <p:nvSpPr>
          <p:cNvPr id="11" name="Rectangle 10"/>
          <p:cNvSpPr/>
          <p:nvPr/>
        </p:nvSpPr>
        <p:spPr>
          <a:xfrm>
            <a:off x="7589520" y="1783080"/>
            <a:ext cx="4069080" cy="2834640"/>
          </a:xfrm>
          <a:prstGeom prst="rect">
            <a:avLst/>
          </a:prstGeom>
          <a:solidFill>
            <a:srgbClr val="EE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818120" y="1965960"/>
            <a:ext cx="3657600" cy="365760"/>
          </a:xfrm>
          <a:prstGeom prst="rect">
            <a:avLst/>
          </a:prstGeom>
          <a:noFill/>
        </p:spPr>
        <p:txBody>
          <a:bodyPr wrap="square" lIns="0" rIns="0" tIns="0" bIns="0" anchor="t">
            <a:spAutoFit/>
          </a:bodyPr>
          <a:lstStyle/>
          <a:p>
            <a:pPr algn="l">
              <a:spcAft>
                <a:spcPts val="800"/>
              </a:spcAft>
            </a:pPr>
            <a:r>
              <a:rPr sz="1500" b="1" i="0">
                <a:solidFill>
                  <a:srgbClr val="4A5C66"/>
                </a:solidFill>
              </a:rPr>
              <a:t>Zu beachten</a:t>
            </a:r>
          </a:p>
        </p:txBody>
      </p:sp>
      <p:sp>
        <p:nvSpPr>
          <p:cNvPr id="13" name="TextBox 12"/>
          <p:cNvSpPr txBox="1"/>
          <p:nvPr/>
        </p:nvSpPr>
        <p:spPr>
          <a:xfrm>
            <a:off x="7818120" y="2423160"/>
            <a:ext cx="3657600" cy="2194560"/>
          </a:xfrm>
          <a:prstGeom prst="rect">
            <a:avLst/>
          </a:prstGeom>
          <a:noFill/>
        </p:spPr>
        <p:txBody>
          <a:bodyPr wrap="square" lIns="0" rIns="0" tIns="0" bIns="0" anchor="t">
            <a:spAutoFit/>
          </a:bodyPr>
          <a:lstStyle/>
          <a:p>
            <a:pPr algn="l" marL="285750" indent="-285750">
              <a:spcAft>
                <a:spcPts val="800"/>
              </a:spcAft>
              <a:buClr>
                <a:srgbClr val="80BA24"/>
              </a:buClr>
              <a:buChar char="–"/>
            </a:pPr>
            <a:r>
              <a:rPr sz="1500" b="0" i="0">
                <a:solidFill>
                  <a:srgbClr val="263238"/>
                </a:solidFill>
              </a:rPr>
              <a:t>Stürze auf die Knie: harter Boden</a:t>
            </a:r>
          </a:p>
          <a:p>
            <a:pPr algn="l" marL="285750" indent="-285750">
              <a:spcAft>
                <a:spcPts val="800"/>
              </a:spcAft>
              <a:buClr>
                <a:srgbClr val="80BA24"/>
              </a:buClr>
              <a:buChar char="–"/>
            </a:pPr>
            <a:r>
              <a:rPr sz="1500" b="0" i="0">
                <a:solidFill>
                  <a:srgbClr val="263238"/>
                </a:solidFill>
              </a:rPr>
              <a:t>übrige Stürze: weiche Unterlage</a:t>
            </a:r>
          </a:p>
          <a:p>
            <a:pPr algn="l" marL="285750" indent="-285750">
              <a:spcAft>
                <a:spcPts val="800"/>
              </a:spcAft>
              <a:buClr>
                <a:srgbClr val="80BA24"/>
              </a:buClr>
              <a:buChar char="–"/>
            </a:pPr>
            <a:r>
              <a:rPr sz="1500" b="0" i="0">
                <a:solidFill>
                  <a:srgbClr val="263238"/>
                </a:solidFill>
              </a:rPr>
              <a:t>mit dem Modell noch nicht ausgewertet</a:t>
            </a:r>
          </a:p>
        </p:txBody>
      </p:sp>
      <p:sp>
        <p:nvSpPr>
          <p:cNvPr id="4" name="Foliennummernplatzhalter 5"/>
          <p:cNvSpPr>
            <a:spLocks noGrp="1"/>
          </p:cNvSpPr>
          <p:nvPr>
            <p:ph type="sldNum" sz="quarter" idx="10"/>
          </p:nvPr>
        </p:nvSpPr>
        <p:spPr/>
        <p:txBody>
          <a:bodyPr/>
          <a:lstStyle>
            <a:lvl1pPr>
              <a:defRPr/>
            </a:lvl1pPr>
          </a:lstStyle>
          <a:p>
            <a:pPr>
              <a:defRPr/>
            </a:pPr>
            <a:fld id="{B5BCC05E-6BB9-F44C-AA5C-18037A9C729E}" type="slidenum">
              <a:rPr lang="de-DE" altLang="de-DE" smtClean="0"/>
              <a:pPr>
                <a:defRPr/>
              </a:pPr>
              <a:t>‹Nr.›</a:t>
            </a:fld>
            <a:endParaRPr lang="de-DE" altLang="de-DE" dirty="0"/>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Etappe 8: Das Modell auf den Chip bringen</a:t>
            </a:r>
          </a:p>
        </p:txBody>
      </p:sp>
      <p:sp>
        <p:nvSpPr>
          <p:cNvPr id="4" name="TextBox 3"/>
          <p:cNvSpPr txBox="1"/>
          <p:nvPr/>
        </p:nvSpPr>
        <p:spPr>
          <a:xfrm>
            <a:off x="9829800" y="1143000"/>
            <a:ext cx="1828800" cy="365760"/>
          </a:xfrm>
          <a:prstGeom prst="rect">
            <a:avLst/>
          </a:prstGeom>
          <a:noFill/>
        </p:spPr>
        <p:txBody>
          <a:bodyPr wrap="square" lIns="0" rIns="0" tIns="0" bIns="0" anchor="t">
            <a:spAutoFit/>
          </a:bodyPr>
          <a:lstStyle/>
          <a:p>
            <a:pPr algn="r">
              <a:spcAft>
                <a:spcPts val="800"/>
              </a:spcAft>
            </a:pPr>
            <a:r>
              <a:rPr sz="1300" b="0" i="0">
                <a:solidFill>
                  <a:srgbClr val="4A5C66"/>
                </a:solidFill>
              </a:rPr>
              <a:t>Etappe 8 von 8</a:t>
            </a:r>
          </a:p>
        </p:txBody>
      </p:sp>
      <p:sp>
        <p:nvSpPr>
          <p:cNvPr id="5" name="TextBox 4"/>
          <p:cNvSpPr txBox="1"/>
          <p:nvPr/>
        </p:nvSpPr>
        <p:spPr>
          <a:xfrm>
            <a:off x="429768" y="1783080"/>
            <a:ext cx="6766560" cy="320040"/>
          </a:xfrm>
          <a:prstGeom prst="rect">
            <a:avLst/>
          </a:prstGeom>
          <a:noFill/>
        </p:spPr>
        <p:txBody>
          <a:bodyPr wrap="square" lIns="0" rIns="0" tIns="0" bIns="0" anchor="t">
            <a:spAutoFit/>
          </a:bodyPr>
          <a:lstStyle/>
          <a:p>
            <a:pPr algn="l">
              <a:spcAft>
                <a:spcPts val="800"/>
              </a:spcAft>
            </a:pPr>
            <a:r>
              <a:rPr sz="1500" b="1" i="0">
                <a:solidFill>
                  <a:srgbClr val="80BA24"/>
                </a:solidFill>
              </a:rPr>
              <a:t>Was ich gemacht habe</a:t>
            </a:r>
          </a:p>
        </p:txBody>
      </p:sp>
      <p:sp>
        <p:nvSpPr>
          <p:cNvPr id="6" name="TextBox 5"/>
          <p:cNvSpPr txBox="1"/>
          <p:nvPr/>
        </p:nvSpPr>
        <p:spPr>
          <a:xfrm>
            <a:off x="429768" y="2130552"/>
            <a:ext cx="6766560" cy="1051560"/>
          </a:xfrm>
          <a:prstGeom prst="rect">
            <a:avLst/>
          </a:prstGeom>
          <a:noFill/>
        </p:spPr>
        <p:txBody>
          <a:bodyPr wrap="square" lIns="0" rIns="0" tIns="0" bIns="0" anchor="t">
            <a:spAutoFit/>
          </a:bodyPr>
          <a:lstStyle/>
          <a:p>
            <a:pPr algn="l">
              <a:spcAft>
                <a:spcPts val="400"/>
              </a:spcAft>
            </a:pPr>
            <a:r>
              <a:rPr sz="1600" b="0" i="0">
                <a:solidFill>
                  <a:srgbClr val="263238"/>
                </a:solidFill>
              </a:rPr>
              <a:t>Modell in ganze Zahlen umgerechnet (int8, 77 KB), Firmware mit Schlafmodus, Schrittzähler, Selbstkalibrierung, 3-von-5-Regel, Lageprüfung nach dem Alarm und Bluetooth geschrieben.</a:t>
            </a:r>
          </a:p>
        </p:txBody>
      </p:sp>
      <p:sp>
        <p:nvSpPr>
          <p:cNvPr id="7" name="TextBox 6"/>
          <p:cNvSpPr txBox="1"/>
          <p:nvPr/>
        </p:nvSpPr>
        <p:spPr>
          <a:xfrm>
            <a:off x="429768" y="3264408"/>
            <a:ext cx="6766560" cy="320040"/>
          </a:xfrm>
          <a:prstGeom prst="rect">
            <a:avLst/>
          </a:prstGeom>
          <a:noFill/>
        </p:spPr>
        <p:txBody>
          <a:bodyPr wrap="square" lIns="0" rIns="0" tIns="0" bIns="0" anchor="t">
            <a:spAutoFit/>
          </a:bodyPr>
          <a:lstStyle/>
          <a:p>
            <a:pPr algn="l">
              <a:spcAft>
                <a:spcPts val="800"/>
              </a:spcAft>
            </a:pPr>
            <a:r>
              <a:rPr sz="1500" b="1" i="0">
                <a:solidFill>
                  <a:srgbClr val="80BA24"/>
                </a:solidFill>
              </a:rPr>
              <a:t>Was herauskam</a:t>
            </a:r>
          </a:p>
        </p:txBody>
      </p:sp>
      <p:sp>
        <p:nvSpPr>
          <p:cNvPr id="8" name="TextBox 7"/>
          <p:cNvSpPr txBox="1"/>
          <p:nvPr/>
        </p:nvSpPr>
        <p:spPr>
          <a:xfrm>
            <a:off x="429768" y="3611880"/>
            <a:ext cx="6766560" cy="1051560"/>
          </a:xfrm>
          <a:prstGeom prst="rect">
            <a:avLst/>
          </a:prstGeom>
          <a:noFill/>
        </p:spPr>
        <p:txBody>
          <a:bodyPr wrap="square" lIns="0" rIns="0" tIns="0" bIns="0" anchor="t">
            <a:spAutoFit/>
          </a:bodyPr>
          <a:lstStyle/>
          <a:p>
            <a:pPr algn="l">
              <a:spcAft>
                <a:spcPts val="400"/>
              </a:spcAft>
            </a:pPr>
            <a:r>
              <a:rPr sz="1600" b="0" i="0">
                <a:solidFill>
                  <a:srgbClr val="263238"/>
                </a:solidFill>
              </a:rPr>
              <a:t>Auf dem Chip kam zuerst immer derselbe Wert heraus (0,47) – egal, was der Sensor maß. Am PC rechnete dieselbe Datei richtig. Die Bibliothek TFLite Micro rechnete auf dem ESP32-C6 falsch.</a:t>
            </a:r>
          </a:p>
        </p:txBody>
      </p:sp>
      <p:sp>
        <p:nvSpPr>
          <p:cNvPr id="9" name="TextBox 8"/>
          <p:cNvSpPr txBox="1"/>
          <p:nvPr/>
        </p:nvSpPr>
        <p:spPr>
          <a:xfrm>
            <a:off x="429768" y="4745736"/>
            <a:ext cx="6766560" cy="320040"/>
          </a:xfrm>
          <a:prstGeom prst="rect">
            <a:avLst/>
          </a:prstGeom>
          <a:noFill/>
        </p:spPr>
        <p:txBody>
          <a:bodyPr wrap="square" lIns="0" rIns="0" tIns="0" bIns="0" anchor="t">
            <a:spAutoFit/>
          </a:bodyPr>
          <a:lstStyle/>
          <a:p>
            <a:pPr algn="l">
              <a:spcAft>
                <a:spcPts val="800"/>
              </a:spcAft>
            </a:pPr>
            <a:r>
              <a:rPr sz="1500" b="1" i="0">
                <a:solidFill>
                  <a:srgbClr val="80BA24"/>
                </a:solidFill>
              </a:rPr>
              <a:t>Was ich daraus entschieden habe</a:t>
            </a:r>
          </a:p>
        </p:txBody>
      </p:sp>
      <p:sp>
        <p:nvSpPr>
          <p:cNvPr id="10" name="TextBox 9"/>
          <p:cNvSpPr txBox="1"/>
          <p:nvPr/>
        </p:nvSpPr>
        <p:spPr>
          <a:xfrm>
            <a:off x="429768" y="5093208"/>
            <a:ext cx="6766560" cy="1051560"/>
          </a:xfrm>
          <a:prstGeom prst="rect">
            <a:avLst/>
          </a:prstGeom>
          <a:noFill/>
        </p:spPr>
        <p:txBody>
          <a:bodyPr wrap="square" lIns="0" rIns="0" tIns="0" bIns="0" anchor="t">
            <a:spAutoFit/>
          </a:bodyPr>
          <a:lstStyle/>
          <a:p>
            <a:pPr algn="l">
              <a:spcAft>
                <a:spcPts val="400"/>
              </a:spcAft>
            </a:pPr>
            <a:r>
              <a:rPr sz="1600" b="0" i="0">
                <a:solidFill>
                  <a:srgbClr val="263238"/>
                </a:solidFill>
              </a:rPr>
              <a:t>Ich rechne das Netz jetzt mit eigenen int8-Funktionen, Schicht für Schicht am PC gegen TFLite geprüft. Ein Selbsttest beim Start zeigt sofort, ob der Chip richtig rechnet.</a:t>
            </a:r>
          </a:p>
        </p:txBody>
      </p:sp>
      <p:sp>
        <p:nvSpPr>
          <p:cNvPr id="11" name="Rectangle 10"/>
          <p:cNvSpPr/>
          <p:nvPr/>
        </p:nvSpPr>
        <p:spPr>
          <a:xfrm>
            <a:off x="7589520" y="1783080"/>
            <a:ext cx="4069080" cy="2834640"/>
          </a:xfrm>
          <a:prstGeom prst="rect">
            <a:avLst/>
          </a:prstGeom>
          <a:solidFill>
            <a:srgbClr val="EE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818120" y="1965960"/>
            <a:ext cx="3657600" cy="365760"/>
          </a:xfrm>
          <a:prstGeom prst="rect">
            <a:avLst/>
          </a:prstGeom>
          <a:noFill/>
        </p:spPr>
        <p:txBody>
          <a:bodyPr wrap="square" lIns="0" rIns="0" tIns="0" bIns="0" anchor="t">
            <a:spAutoFit/>
          </a:bodyPr>
          <a:lstStyle/>
          <a:p>
            <a:pPr algn="l">
              <a:spcAft>
                <a:spcPts val="800"/>
              </a:spcAft>
            </a:pPr>
            <a:r>
              <a:rPr sz="1500" b="1" i="0">
                <a:solidFill>
                  <a:srgbClr val="4A5C66"/>
                </a:solidFill>
              </a:rPr>
              <a:t>Kette auf dem Chip</a:t>
            </a:r>
          </a:p>
        </p:txBody>
      </p:sp>
      <p:sp>
        <p:nvSpPr>
          <p:cNvPr id="13" name="TextBox 12"/>
          <p:cNvSpPr txBox="1"/>
          <p:nvPr/>
        </p:nvSpPr>
        <p:spPr>
          <a:xfrm>
            <a:off x="7818120" y="2423160"/>
            <a:ext cx="3657600" cy="2194560"/>
          </a:xfrm>
          <a:prstGeom prst="rect">
            <a:avLst/>
          </a:prstGeom>
          <a:noFill/>
        </p:spPr>
        <p:txBody>
          <a:bodyPr wrap="square" lIns="0" rIns="0" tIns="0" bIns="0" anchor="t">
            <a:spAutoFit/>
          </a:bodyPr>
          <a:lstStyle/>
          <a:p>
            <a:pPr algn="l" marL="285750" indent="-285750">
              <a:spcAft>
                <a:spcPts val="800"/>
              </a:spcAft>
              <a:buClr>
                <a:srgbClr val="80BA24"/>
              </a:buClr>
              <a:buChar char="–"/>
            </a:pPr>
            <a:r>
              <a:rPr sz="1500" b="0" i="0">
                <a:solidFill>
                  <a:srgbClr val="263238"/>
                </a:solidFill>
              </a:rPr>
              <a:t>Sensor → 2-s-Fenster</a:t>
            </a:r>
          </a:p>
          <a:p>
            <a:pPr algn="l" marL="285750" indent="-285750">
              <a:spcAft>
                <a:spcPts val="800"/>
              </a:spcAft>
              <a:buClr>
                <a:srgbClr val="80BA24"/>
              </a:buClr>
              <a:buChar char="–"/>
            </a:pPr>
            <a:r>
              <a:rPr sz="1500" b="0" i="0">
                <a:solidFill>
                  <a:srgbClr val="263238"/>
                </a:solidFill>
              </a:rPr>
              <a:t>Lage ausgleichen</a:t>
            </a:r>
          </a:p>
          <a:p>
            <a:pPr algn="l" marL="285750" indent="-285750">
              <a:spcAft>
                <a:spcPts val="800"/>
              </a:spcAft>
              <a:buClr>
                <a:srgbClr val="80BA24"/>
              </a:buClr>
              <a:buChar char="–"/>
            </a:pPr>
            <a:r>
              <a:rPr sz="1500" b="0" i="0">
                <a:solidFill>
                  <a:srgbClr val="263238"/>
                </a:solidFill>
              </a:rPr>
              <a:t>CNN (int8)</a:t>
            </a:r>
          </a:p>
          <a:p>
            <a:pPr algn="l" marL="285750" indent="-285750">
              <a:spcAft>
                <a:spcPts val="800"/>
              </a:spcAft>
              <a:buClr>
                <a:srgbClr val="80BA24"/>
              </a:buClr>
              <a:buChar char="–"/>
            </a:pPr>
            <a:r>
              <a:rPr sz="1500" b="0" i="0">
                <a:solidFill>
                  <a:srgbClr val="263238"/>
                </a:solidFill>
              </a:rPr>
              <a:t>3 von 5 → Lage + Ruhe prüfen</a:t>
            </a:r>
          </a:p>
          <a:p>
            <a:pPr algn="l" marL="285750" indent="-285750">
              <a:spcAft>
                <a:spcPts val="800"/>
              </a:spcAft>
              <a:buClr>
                <a:srgbClr val="80BA24"/>
              </a:buClr>
              <a:buChar char="–"/>
            </a:pPr>
            <a:r>
              <a:rPr sz="1500" b="0" i="0">
                <a:solidFill>
                  <a:srgbClr val="263238"/>
                </a:solidFill>
              </a:rPr>
              <a:t>Bluetooth an die App</a:t>
            </a:r>
          </a:p>
        </p:txBody>
      </p:sp>
      <p:sp>
        <p:nvSpPr>
          <p:cNvPr id="4" name="Foliennummernplatzhalter 5"/>
          <p:cNvSpPr>
            <a:spLocks noGrp="1"/>
          </p:cNvSpPr>
          <p:nvPr>
            <p:ph type="sldNum" sz="quarter" idx="10"/>
          </p:nvPr>
        </p:nvSpPr>
        <p:spPr/>
        <p:txBody>
          <a:bodyPr/>
          <a:lstStyle>
            <a:lvl1pPr>
              <a:defRPr/>
            </a:lvl1pPr>
          </a:lstStyle>
          <a:p>
            <a:pPr>
              <a:defRPr/>
            </a:pPr>
            <a:fld id="{B5BCC05E-6BB9-F44C-AA5C-18037A9C729E}" type="slidenum">
              <a:rPr lang="de-DE" altLang="de-DE" smtClean="0"/>
              <a:pPr>
                <a:defRPr/>
              </a:pPr>
              <a:t>‹Nr.›</a:t>
            </a:fld>
            <a:endParaRPr lang="de-DE" altLang="de-DE" dirty="0"/>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Ergebnisse I: was die Daten von Bein und Fuß bewirken</a:t>
            </a:r>
          </a:p>
        </p:txBody>
      </p:sp>
      <p:graphicFrame>
        <p:nvGraphicFramePr>
          <p:cNvPr id="4" name="Chart 3"/>
          <p:cNvGraphicFramePr>
            <a:graphicFrameLocks noGrp="1"/>
          </p:cNvGraphicFramePr>
          <p:nvPr/>
        </p:nvGraphicFramePr>
        <p:xfrm>
          <a:off x="429768" y="1691640"/>
          <a:ext cx="5577840" cy="3886200"/>
        </p:xfrm>
        <a:graphic>
          <a:graphicData uri="http://schemas.openxmlformats.org/drawingml/2006/chart">
            <c:chart xmlns:c="http://schemas.openxmlformats.org/drawingml/2006/chart" r:id="rId2"/>
          </a:graphicData>
        </a:graphic>
      </p:graphicFrame>
      <p:graphicFrame>
        <p:nvGraphicFramePr>
          <p:cNvPr id="5" name="Chart 4"/>
          <p:cNvGraphicFramePr>
            <a:graphicFrameLocks noGrp="1"/>
          </p:cNvGraphicFramePr>
          <p:nvPr/>
        </p:nvGraphicFramePr>
        <p:xfrm>
          <a:off x="6172200" y="1691640"/>
          <a:ext cx="5486400" cy="3886200"/>
        </p:xfrm>
        <a:graphic>
          <a:graphicData uri="http://schemas.openxmlformats.org/drawingml/2006/chart">
            <c:chart xmlns:c="http://schemas.openxmlformats.org/drawingml/2006/chart" r:id="rId3"/>
          </a:graphicData>
        </a:graphic>
      </p:graphicFrame>
      <p:sp>
        <p:nvSpPr>
          <p:cNvPr id="6" name="TextBox 5"/>
          <p:cNvSpPr txBox="1"/>
          <p:nvPr/>
        </p:nvSpPr>
        <p:spPr>
          <a:xfrm>
            <a:off x="429768" y="5715000"/>
            <a:ext cx="11247120" cy="548640"/>
          </a:xfrm>
          <a:prstGeom prst="rect">
            <a:avLst/>
          </a:prstGeom>
          <a:noFill/>
        </p:spPr>
        <p:txBody>
          <a:bodyPr wrap="square" lIns="0" rIns="0" tIns="0" bIns="0" anchor="t">
            <a:spAutoFit/>
          </a:bodyPr>
          <a:lstStyle/>
          <a:p>
            <a:pPr algn="l">
              <a:spcAft>
                <a:spcPts val="800"/>
              </a:spcAft>
            </a:pPr>
            <a:r>
              <a:rPr sz="1400" b="0" i="0">
                <a:solidFill>
                  <a:srgbClr val="4A5C66"/>
                </a:solidFill>
              </a:rPr>
              <a:t>Fünffach kreuzvalidiert, fremde Testpersonen; Smart-Insole war nie im Training.</a:t>
            </a:r>
          </a:p>
        </p:txBody>
      </p:sp>
      <p:sp>
        <p:nvSpPr>
          <p:cNvPr id="4" name="Foliennummernplatzhalter 5"/>
          <p:cNvSpPr>
            <a:spLocks noGrp="1"/>
          </p:cNvSpPr>
          <p:nvPr>
            <p:ph type="sldNum" sz="quarter" idx="10"/>
          </p:nvPr>
        </p:nvSpPr>
        <p:spPr/>
        <p:txBody>
          <a:bodyPr/>
          <a:lstStyle>
            <a:lvl1pPr>
              <a:defRPr/>
            </a:lvl1pPr>
          </a:lstStyle>
          <a:p>
            <a:pPr>
              <a:defRPr/>
            </a:pPr>
            <a:fld id="{B5BCC05E-6BB9-F44C-AA5C-18037A9C729E}" type="slidenum">
              <a:rPr lang="de-DE" altLang="de-DE" smtClean="0"/>
              <a:pPr>
                <a:defRPr/>
              </a:pPr>
              <a:t>‹Nr.›</a:t>
            </a:fld>
            <a:endParaRPr lang="de-DE" altLang="de-DE" dirty="0"/>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Ergebnisse II: Achsenlage und die Sohle selbst</a:t>
            </a:r>
          </a:p>
        </p:txBody>
      </p:sp>
      <p:graphicFrame>
        <p:nvGraphicFramePr>
          <p:cNvPr id="4" name="Chart 3"/>
          <p:cNvGraphicFramePr>
            <a:graphicFrameLocks noGrp="1"/>
          </p:cNvGraphicFramePr>
          <p:nvPr/>
        </p:nvGraphicFramePr>
        <p:xfrm>
          <a:off x="429768" y="1691640"/>
          <a:ext cx="5577840" cy="3886200"/>
        </p:xfrm>
        <a:graphic>
          <a:graphicData uri="http://schemas.openxmlformats.org/drawingml/2006/chart">
            <c:chart xmlns:c="http://schemas.openxmlformats.org/drawingml/2006/chart" r:id="rId2"/>
          </a:graphicData>
        </a:graphic>
      </p:graphicFrame>
      <p:graphicFrame>
        <p:nvGraphicFramePr>
          <p:cNvPr id="5" name="Chart 4"/>
          <p:cNvGraphicFramePr>
            <a:graphicFrameLocks noGrp="1"/>
          </p:cNvGraphicFramePr>
          <p:nvPr/>
        </p:nvGraphicFramePr>
        <p:xfrm>
          <a:off x="6172200" y="1691640"/>
          <a:ext cx="5486400" cy="3886200"/>
        </p:xfrm>
        <a:graphic>
          <a:graphicData uri="http://schemas.openxmlformats.org/drawingml/2006/chart">
            <c:chart xmlns:c="http://schemas.openxmlformats.org/drawingml/2006/chart" r:id="rId3"/>
          </a:graphicData>
        </a:graphic>
      </p:graphicFrame>
      <p:sp>
        <p:nvSpPr>
          <p:cNvPr id="6" name="TextBox 5"/>
          <p:cNvSpPr txBox="1"/>
          <p:nvPr/>
        </p:nvSpPr>
        <p:spPr>
          <a:xfrm>
            <a:off x="429768" y="5715000"/>
            <a:ext cx="11247120" cy="548640"/>
          </a:xfrm>
          <a:prstGeom prst="rect">
            <a:avLst/>
          </a:prstGeom>
          <a:noFill/>
        </p:spPr>
        <p:txBody>
          <a:bodyPr wrap="square" lIns="0" rIns="0" tIns="0" bIns="0" anchor="t">
            <a:spAutoFit/>
          </a:bodyPr>
          <a:lstStyle/>
          <a:p>
            <a:pPr algn="l">
              <a:spcAft>
                <a:spcPts val="800"/>
              </a:spcAft>
            </a:pPr>
            <a:r>
              <a:rPr sz="1400" b="0" i="0">
                <a:solidFill>
                  <a:srgbClr val="4A5C66"/>
                </a:solidFill>
              </a:rPr>
              <a:t>Links: CAPPIMU, dieselben Stürze an beiden Körperseiten. Rechts: eigene Aufnahmen in beiden Sohlen.</a:t>
            </a:r>
          </a:p>
        </p:txBody>
      </p:sp>
      <p:sp>
        <p:nvSpPr>
          <p:cNvPr id="4" name="Foliennummernplatzhalter 5"/>
          <p:cNvSpPr>
            <a:spLocks noGrp="1"/>
          </p:cNvSpPr>
          <p:nvPr>
            <p:ph type="sldNum" sz="quarter" idx="10"/>
          </p:nvPr>
        </p:nvSpPr>
        <p:spPr/>
        <p:txBody>
          <a:bodyPr/>
          <a:lstStyle>
            <a:lvl1pPr>
              <a:defRPr/>
            </a:lvl1pPr>
          </a:lstStyle>
          <a:p>
            <a:pPr>
              <a:defRPr/>
            </a:pPr>
            <a:fld id="{B5BCC05E-6BB9-F44C-AA5C-18037A9C729E}" type="slidenum">
              <a:rPr lang="de-DE" altLang="de-DE" smtClean="0"/>
              <a:pPr>
                <a:defRPr/>
              </a:pPr>
              <a:t>‹Nr.›</a:t>
            </a:fld>
            <a:endParaRPr lang="de-DE" altLang="de-DE" dirty="0"/>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Was ich aus dem Projekt mitnehme</a:t>
            </a:r>
          </a:p>
        </p:txBody>
      </p:sp>
      <p:sp>
        <p:nvSpPr>
          <p:cNvPr id="4" name="TextBox 3"/>
          <p:cNvSpPr txBox="1"/>
          <p:nvPr/>
        </p:nvSpPr>
        <p:spPr>
          <a:xfrm>
            <a:off x="429768" y="1783080"/>
            <a:ext cx="11247120" cy="4389120"/>
          </a:xfrm>
          <a:prstGeom prst="rect">
            <a:avLst/>
          </a:prstGeom>
          <a:noFill/>
        </p:spPr>
        <p:txBody>
          <a:bodyPr wrap="square" lIns="0" rIns="0" tIns="0" bIns="0" anchor="t">
            <a:spAutoFit/>
          </a:bodyPr>
          <a:lstStyle/>
          <a:p>
            <a:pPr algn="l" marL="285750" indent="-285750">
              <a:spcAft>
                <a:spcPts val="1400"/>
              </a:spcAft>
              <a:buClr>
                <a:srgbClr val="80BA24"/>
              </a:buClr>
              <a:buChar char="–"/>
            </a:pPr>
            <a:r>
              <a:rPr sz="1800" b="1" i="0">
                <a:solidFill>
                  <a:srgbClr val="263238"/>
                </a:solidFill>
              </a:rPr>
              <a:t>Annahmen prüfen, bevor man sie aufschreibt. </a:t>
            </a:r>
            <a:r>
              <a:rPr sz="1800" b="0" i="0">
                <a:solidFill>
                  <a:srgbClr val="263238"/>
                </a:solidFill>
              </a:rPr>
              <a:t>Messbereich, Abtastrate, Position – alles naheliegend, alles durch einen Kontrollversuch widerlegt.</a:t>
            </a:r>
          </a:p>
          <a:p>
            <a:pPr algn="l" marL="285750" indent="-285750">
              <a:spcAft>
                <a:spcPts val="1400"/>
              </a:spcAft>
              <a:buClr>
                <a:srgbClr val="80BA24"/>
              </a:buClr>
              <a:buChar char="–"/>
            </a:pPr>
            <a:r>
              <a:rPr sz="1800" b="1" i="0">
                <a:solidFill>
                  <a:srgbClr val="263238"/>
                </a:solidFill>
              </a:rPr>
              <a:t>Einzelne Auswertungen täuschen. </a:t>
            </a:r>
            <a:r>
              <a:rPr sz="1800" b="0" i="0">
                <a:solidFill>
                  <a:srgbClr val="263238"/>
                </a:solidFill>
              </a:rPr>
              <a:t>Bei seltenen Stürzen hat erst die fünffache Kreuzvalidierung belastbare Antworten geliefert.</a:t>
            </a:r>
          </a:p>
          <a:p>
            <a:pPr algn="l" marL="285750" indent="-285750">
              <a:spcAft>
                <a:spcPts val="1400"/>
              </a:spcAft>
              <a:buClr>
                <a:srgbClr val="80BA24"/>
              </a:buClr>
              <a:buChar char="–"/>
            </a:pPr>
            <a:r>
              <a:rPr sz="1800" b="1" i="0">
                <a:solidFill>
                  <a:srgbClr val="263238"/>
                </a:solidFill>
              </a:rPr>
              <a:t>Passende Daten schlagen jeden Trick. </a:t>
            </a:r>
            <a:r>
              <a:rPr sz="1800" b="0" i="0">
                <a:solidFill>
                  <a:srgbClr val="263238"/>
                </a:solidFill>
              </a:rPr>
              <a:t>Schwelle, Abstimmung, Umgewichten halfen wenig; Daten von Bein und Fuß halfen viel.</a:t>
            </a:r>
          </a:p>
          <a:p>
            <a:pPr algn="l" marL="285750" indent="-285750">
              <a:spcAft>
                <a:spcPts val="1400"/>
              </a:spcAft>
              <a:buClr>
                <a:srgbClr val="80BA24"/>
              </a:buClr>
              <a:buChar char="–"/>
            </a:pPr>
            <a:r>
              <a:rPr sz="1800" b="1" i="0">
                <a:solidFill>
                  <a:srgbClr val="263238"/>
                </a:solidFill>
              </a:rPr>
              <a:t>Die Einbaulage gehört zum Modell. </a:t>
            </a:r>
            <a:r>
              <a:rPr sz="1800" b="0" i="0">
                <a:solidFill>
                  <a:srgbClr val="263238"/>
                </a:solidFill>
              </a:rPr>
              <a:t>Ohne sie scheitert selbst ein gutes Modell an der eigenen Hüfte.</a:t>
            </a:r>
          </a:p>
          <a:p>
            <a:pPr algn="l" marL="285750" indent="-285750">
              <a:spcAft>
                <a:spcPts val="1400"/>
              </a:spcAft>
              <a:buClr>
                <a:srgbClr val="80BA24"/>
              </a:buClr>
              <a:buChar char="–"/>
            </a:pPr>
            <a:r>
              <a:rPr sz="1800" b="1" i="0">
                <a:solidFill>
                  <a:srgbClr val="263238"/>
                </a:solidFill>
              </a:rPr>
              <a:t>Früh auf der echten Hardware testen. </a:t>
            </a:r>
            <a:r>
              <a:rPr sz="1800" b="0" i="0">
                <a:solidFill>
                  <a:srgbClr val="263238"/>
                </a:solidFill>
              </a:rPr>
              <a:t>Der Fehler auf dem Chip war nur dort sichtbar.</a:t>
            </a:r>
          </a:p>
        </p:txBody>
      </p:sp>
      <p:sp>
        <p:nvSpPr>
          <p:cNvPr id="4" name="Foliennummernplatzhalter 5"/>
          <p:cNvSpPr>
            <a:spLocks noGrp="1"/>
          </p:cNvSpPr>
          <p:nvPr>
            <p:ph type="sldNum" sz="quarter" idx="10"/>
          </p:nvPr>
        </p:nvSpPr>
        <p:spPr/>
        <p:txBody>
          <a:bodyPr/>
          <a:lstStyle>
            <a:lvl1pPr>
              <a:defRPr/>
            </a:lvl1pPr>
          </a:lstStyle>
          <a:p>
            <a:pPr>
              <a:defRPr/>
            </a:pPr>
            <a:fld id="{B5BCC05E-6BB9-F44C-AA5C-18037A9C729E}" type="slidenum">
              <a:rPr lang="de-DE" altLang="de-DE" smtClean="0"/>
              <a:pPr>
                <a:defRPr/>
              </a:pPr>
              <a:t>‹Nr.›</a:t>
            </a:fld>
            <a:endParaRPr lang="de-DE" altLang="de-DE" dirty="0"/>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Was ich für die Sohle empfehle</a:t>
            </a:r>
          </a:p>
        </p:txBody>
      </p:sp>
      <p:sp>
        <p:nvSpPr>
          <p:cNvPr id="4" name="TextBox 3"/>
          <p:cNvSpPr txBox="1"/>
          <p:nvPr/>
        </p:nvSpPr>
        <p:spPr>
          <a:xfrm>
            <a:off x="429768" y="1783080"/>
            <a:ext cx="6949440" cy="4480560"/>
          </a:xfrm>
          <a:prstGeom prst="rect">
            <a:avLst/>
          </a:prstGeom>
          <a:noFill/>
        </p:spPr>
        <p:txBody>
          <a:bodyPr wrap="square" lIns="0" rIns="0" tIns="0" bIns="0" anchor="t">
            <a:spAutoFit/>
          </a:bodyPr>
          <a:lstStyle/>
          <a:p>
            <a:pPr algn="l" marL="285750" indent="-285750">
              <a:spcAft>
                <a:spcPts val="1400"/>
              </a:spcAft>
              <a:buClr>
                <a:srgbClr val="80BA24"/>
              </a:buClr>
              <a:buChar char="–"/>
            </a:pPr>
            <a:r>
              <a:rPr sz="1700" b="1" i="0">
                <a:solidFill>
                  <a:srgbClr val="263238"/>
                </a:solidFill>
              </a:rPr>
              <a:t>Sensor: </a:t>
            </a:r>
            <a:r>
              <a:rPr sz="1700" b="0" i="0">
                <a:solidFill>
                  <a:srgbClr val="263238"/>
                </a:solidFill>
              </a:rPr>
              <a:t>6 Achsen, mindestens ±16 g, 100 Hz. Mit ±2 g und 10 Hz ist an der Sohle kein Sturz messbar.</a:t>
            </a:r>
          </a:p>
          <a:p>
            <a:pPr algn="l" marL="285750" indent="-285750">
              <a:spcAft>
                <a:spcPts val="1400"/>
              </a:spcAft>
              <a:buClr>
                <a:srgbClr val="80BA24"/>
              </a:buClr>
              <a:buChar char="–"/>
            </a:pPr>
            <a:r>
              <a:rPr sz="1700" b="1" i="0">
                <a:solidFill>
                  <a:srgbClr val="263238"/>
                </a:solidFill>
              </a:rPr>
              <a:t>Einbaulage festlegen </a:t>
            </a:r>
            <a:r>
              <a:rPr sz="1700" b="0" i="0">
                <a:solidFill>
                  <a:srgbClr val="263238"/>
                </a:solidFill>
              </a:rPr>
              <a:t>und in der Firmware ausgleichen – das kostet nichts und macht den größten Unterschied.</a:t>
            </a:r>
          </a:p>
          <a:p>
            <a:pPr algn="l" marL="285750" indent="-285750">
              <a:spcAft>
                <a:spcPts val="1400"/>
              </a:spcAft>
              <a:buClr>
                <a:srgbClr val="80BA24"/>
              </a:buClr>
              <a:buChar char="–"/>
            </a:pPr>
            <a:r>
              <a:rPr sz="1700" b="1" i="0">
                <a:solidFill>
                  <a:srgbClr val="263238"/>
                </a:solidFill>
              </a:rPr>
              <a:t>Stürze an der Sohle aufnehmen: </a:t>
            </a:r>
            <a:r>
              <a:rPr sz="1700" b="0" i="0">
                <a:solidFill>
                  <a:srgbClr val="263238"/>
                </a:solidFill>
              </a:rPr>
              <a:t>mehrere Personen, harter Boden, beide Füße. Erst dann ist das Modell an der Sohle validiert.</a:t>
            </a:r>
          </a:p>
          <a:p>
            <a:pPr algn="l" marL="285750" indent="-285750">
              <a:spcAft>
                <a:spcPts val="1400"/>
              </a:spcAft>
              <a:buClr>
                <a:srgbClr val="80BA24"/>
              </a:buClr>
              <a:buChar char="–"/>
            </a:pPr>
            <a:r>
              <a:rPr sz="1700" b="1" i="0">
                <a:solidFill>
                  <a:srgbClr val="263238"/>
                </a:solidFill>
              </a:rPr>
              <a:t>Lizenzen prüfen: </a:t>
            </a:r>
            <a:r>
              <a:rPr sz="1700" b="0" i="0">
                <a:solidFill>
                  <a:srgbClr val="263238"/>
                </a:solidFill>
              </a:rPr>
              <a:t>Smart-Insole und MobiAct sind nur akademisch nutzbar. Das kommerzielle Modell verzichtet darauf.</a:t>
            </a:r>
          </a:p>
        </p:txBody>
      </p:sp>
      <p:sp>
        <p:nvSpPr>
          <p:cNvPr id="5" name="Rectangle 4"/>
          <p:cNvSpPr/>
          <p:nvPr/>
        </p:nvSpPr>
        <p:spPr>
          <a:xfrm>
            <a:off x="7772400" y="1783080"/>
            <a:ext cx="3886200" cy="3017520"/>
          </a:xfrm>
          <a:prstGeom prst="rect">
            <a:avLst/>
          </a:prstGeom>
          <a:solidFill>
            <a:srgbClr val="EE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001000" y="1965960"/>
            <a:ext cx="3474720" cy="365760"/>
          </a:xfrm>
          <a:prstGeom prst="rect">
            <a:avLst/>
          </a:prstGeom>
          <a:noFill/>
        </p:spPr>
        <p:txBody>
          <a:bodyPr wrap="square" lIns="0" rIns="0" tIns="0" bIns="0" anchor="t">
            <a:spAutoFit/>
          </a:bodyPr>
          <a:lstStyle/>
          <a:p>
            <a:pPr algn="l">
              <a:spcAft>
                <a:spcPts val="800"/>
              </a:spcAft>
            </a:pPr>
            <a:r>
              <a:rPr sz="1600" b="1" i="0">
                <a:solidFill>
                  <a:srgbClr val="4A5C66"/>
                </a:solidFill>
              </a:rPr>
              <a:t>Noch offen</a:t>
            </a:r>
          </a:p>
        </p:txBody>
      </p:sp>
      <p:sp>
        <p:nvSpPr>
          <p:cNvPr id="7" name="TextBox 6"/>
          <p:cNvSpPr txBox="1"/>
          <p:nvPr/>
        </p:nvSpPr>
        <p:spPr>
          <a:xfrm>
            <a:off x="8001000" y="2423160"/>
            <a:ext cx="3474720" cy="2286000"/>
          </a:xfrm>
          <a:prstGeom prst="rect">
            <a:avLst/>
          </a:prstGeom>
          <a:noFill/>
        </p:spPr>
        <p:txBody>
          <a:bodyPr wrap="square" lIns="0" rIns="0" tIns="0" bIns="0" anchor="t">
            <a:spAutoFit/>
          </a:bodyPr>
          <a:lstStyle/>
          <a:p>
            <a:pPr algn="l" marL="285750" indent="-285750">
              <a:spcAft>
                <a:spcPts val="800"/>
              </a:spcAft>
              <a:buClr>
                <a:srgbClr val="80BA24"/>
              </a:buClr>
              <a:buChar char="–"/>
            </a:pPr>
            <a:r>
              <a:rPr sz="1500" b="0" i="0">
                <a:solidFill>
                  <a:srgbClr val="263238"/>
                </a:solidFill>
              </a:rPr>
              <a:t>Fehlalarme im Dauerbetrieb über Stunden</a:t>
            </a:r>
          </a:p>
          <a:p>
            <a:pPr algn="l" marL="285750" indent="-285750">
              <a:spcAft>
                <a:spcPts val="800"/>
              </a:spcAft>
              <a:buClr>
                <a:srgbClr val="80BA24"/>
              </a:buClr>
              <a:buChar char="–"/>
            </a:pPr>
            <a:r>
              <a:rPr sz="1500" b="0" i="0">
                <a:solidFill>
                  <a:srgbClr val="263238"/>
                </a:solidFill>
              </a:rPr>
              <a:t>Energiebedarf mit Schlafmodus</a:t>
            </a:r>
          </a:p>
          <a:p>
            <a:pPr algn="l" marL="285750" indent="-285750">
              <a:spcAft>
                <a:spcPts val="800"/>
              </a:spcAft>
              <a:buClr>
                <a:srgbClr val="80BA24"/>
              </a:buClr>
              <a:buChar char="–"/>
            </a:pPr>
            <a:r>
              <a:rPr sz="1500" b="0" i="0">
                <a:solidFill>
                  <a:srgbClr val="263238"/>
                </a:solidFill>
              </a:rPr>
              <a:t>Zwei Sohlen gemeinsam auswerten</a:t>
            </a:r>
          </a:p>
          <a:p>
            <a:pPr algn="l" marL="285750" indent="-285750">
              <a:spcAft>
                <a:spcPts val="800"/>
              </a:spcAft>
              <a:buClr>
                <a:srgbClr val="80BA24"/>
              </a:buClr>
              <a:buChar char="–"/>
            </a:pPr>
            <a:r>
              <a:rPr sz="1500" b="0" i="0">
                <a:solidFill>
                  <a:srgbClr val="263238"/>
                </a:solidFill>
              </a:rPr>
              <a:t>Ältere Menschen als Testpersonen</a:t>
            </a:r>
          </a:p>
        </p:txBody>
      </p:sp>
      <p:sp>
        <p:nvSpPr>
          <p:cNvPr id="4" name="Foliennummernplatzhalter 5"/>
          <p:cNvSpPr>
            <a:spLocks noGrp="1"/>
          </p:cNvSpPr>
          <p:nvPr>
            <p:ph type="sldNum" sz="quarter" idx="10"/>
          </p:nvPr>
        </p:nvSpPr>
        <p:spPr/>
        <p:txBody>
          <a:bodyPr/>
          <a:lstStyle>
            <a:lvl1pPr>
              <a:defRPr/>
            </a:lvl1pPr>
          </a:lstStyle>
          <a:p>
            <a:pPr>
              <a:defRPr/>
            </a:pPr>
            <a:fld id="{B5BCC05E-6BB9-F44C-AA5C-18037A9C729E}" type="slidenum">
              <a:rPr lang="de-DE" altLang="de-DE" smtClean="0"/>
              <a:pPr>
                <a:defRPr/>
              </a:pPr>
              <a:t>‹Nr.›</a:t>
            </a:fld>
            <a:endParaRPr lang="de-DE" altLang="de-DE" dirty="0"/>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Fazit</a:t>
            </a:r>
          </a:p>
        </p:txBody>
      </p:sp>
      <p:sp>
        <p:nvSpPr>
          <p:cNvPr id="4" name="TextBox 3"/>
          <p:cNvSpPr txBox="1"/>
          <p:nvPr/>
        </p:nvSpPr>
        <p:spPr>
          <a:xfrm>
            <a:off x="429768" y="1783080"/>
            <a:ext cx="11247120" cy="3291840"/>
          </a:xfrm>
          <a:prstGeom prst="rect">
            <a:avLst/>
          </a:prstGeom>
          <a:noFill/>
        </p:spPr>
        <p:txBody>
          <a:bodyPr wrap="square" lIns="0" rIns="0" tIns="0" bIns="0" anchor="t">
            <a:spAutoFit/>
          </a:bodyPr>
          <a:lstStyle/>
          <a:p>
            <a:pPr algn="l" marL="285750" indent="-285750">
              <a:spcAft>
                <a:spcPts val="1800"/>
              </a:spcAft>
              <a:buClr>
                <a:srgbClr val="80BA24"/>
              </a:buClr>
              <a:buChar char="–"/>
            </a:pPr>
            <a:r>
              <a:rPr sz="1900" b="1" i="0">
                <a:solidFill>
                  <a:srgbClr val="263238"/>
                </a:solidFill>
              </a:rPr>
              <a:t>Am Fuß ist nicht die Erkennung das Problem, sondern die Fehlalarme. </a:t>
            </a:r>
            <a:r>
              <a:rPr sz="1900" b="0" i="0">
                <a:solidFill>
                  <a:srgbClr val="263238"/>
                </a:solidFill>
              </a:rPr>
              <a:t>Alltagsdaten von der Sohle senken sie um über 90 %.</a:t>
            </a:r>
          </a:p>
          <a:p>
            <a:pPr algn="l" marL="285750" indent="-285750">
              <a:spcAft>
                <a:spcPts val="1800"/>
              </a:spcAft>
              <a:buClr>
                <a:srgbClr val="80BA24"/>
              </a:buClr>
              <a:buChar char="–"/>
            </a:pPr>
            <a:r>
              <a:rPr sz="1900" b="1" i="0">
                <a:solidFill>
                  <a:srgbClr val="263238"/>
                </a:solidFill>
              </a:rPr>
              <a:t>Die Einbaulage war die übersehene Fehlerquelle. </a:t>
            </a:r>
            <a:r>
              <a:rPr sz="1900" b="0" i="0">
                <a:solidFill>
                  <a:srgbClr val="263238"/>
                </a:solidFill>
              </a:rPr>
              <a:t>Selbstkalibrierung und gedrehte Trainingsdaten lösen sie.</a:t>
            </a:r>
          </a:p>
          <a:p>
            <a:pPr algn="l" marL="285750" indent="-285750">
              <a:spcAft>
                <a:spcPts val="1800"/>
              </a:spcAft>
              <a:buClr>
                <a:srgbClr val="80BA24"/>
              </a:buClr>
              <a:buChar char="–"/>
            </a:pPr>
            <a:r>
              <a:rPr sz="1900" b="1" i="0">
                <a:solidFill>
                  <a:srgbClr val="263238"/>
                </a:solidFill>
              </a:rPr>
              <a:t>Ein Grenzwert kann an der Sohle nicht funktionieren. </a:t>
            </a:r>
            <a:r>
              <a:rPr sz="1900" b="0" i="0">
                <a:solidFill>
                  <a:srgbClr val="263238"/>
                </a:solidFill>
              </a:rPr>
              <a:t>Ein Sturz ist dort nicht stärker als Joggen – das CNN bewertet den Verlauf.</a:t>
            </a:r>
          </a:p>
        </p:txBody>
      </p:sp>
      <p:sp>
        <p:nvSpPr>
          <p:cNvPr id="5" name="TextBox 4"/>
          <p:cNvSpPr txBox="1"/>
          <p:nvPr/>
        </p:nvSpPr>
        <p:spPr>
          <a:xfrm>
            <a:off x="429768" y="5120640"/>
            <a:ext cx="11247120" cy="914400"/>
          </a:xfrm>
          <a:prstGeom prst="rect">
            <a:avLst/>
          </a:prstGeom>
          <a:noFill/>
        </p:spPr>
        <p:txBody>
          <a:bodyPr wrap="square" lIns="0" rIns="0" tIns="0" bIns="0" anchor="t">
            <a:spAutoFit/>
          </a:bodyPr>
          <a:lstStyle/>
          <a:p>
            <a:pPr algn="l">
              <a:spcAft>
                <a:spcPts val="800"/>
              </a:spcAft>
            </a:pPr>
            <a:r>
              <a:rPr sz="1400" b="0" i="0">
                <a:solidFill>
                  <a:srgbClr val="4A5C66"/>
                </a:solidFill>
              </a:rPr>
              <a:t>Code, Notebooks, Firmware und Bericht: github.com/Alyelb/ML-Modell-for-Fall-detection</a:t>
            </a:r>
          </a:p>
        </p:txBody>
      </p:sp>
      <p:sp>
        <p:nvSpPr>
          <p:cNvPr id="4" name="Foliennummernplatzhalter 5"/>
          <p:cNvSpPr>
            <a:spLocks noGrp="1"/>
          </p:cNvSpPr>
          <p:nvPr>
            <p:ph type="sldNum" sz="quarter" idx="10"/>
          </p:nvPr>
        </p:nvSpPr>
        <p:spPr/>
        <p:txBody>
          <a:bodyPr/>
          <a:lstStyle>
            <a:lvl1pPr>
              <a:defRPr/>
            </a:lvl1pPr>
          </a:lstStyle>
          <a:p>
            <a:pPr>
              <a:defRPr/>
            </a:pPr>
            <a:fld id="{B5BCC05E-6BB9-F44C-AA5C-18037A9C729E}" type="slidenum">
              <a:rPr lang="de-DE" altLang="de-DE" smtClean="0"/>
              <a:pPr>
                <a:defRPr/>
              </a:pPr>
              <a:t>‹Nr.›</a:t>
            </a:fld>
            <a:endParaRPr lang="de-DE" altLang="de-DE" dirty="0"/>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Vielen Dank – Fragen?</a:t>
            </a:r>
          </a:p>
        </p:txBody>
      </p:sp>
      <p:pic>
        <p:nvPicPr>
          <p:cNvPr id="4" name="Picture 3" descr="foto_platine.jpg"/>
          <p:cNvPicPr>
            <a:picLocks noChangeAspect="1"/>
          </p:cNvPicPr>
          <p:nvPr/>
        </p:nvPicPr>
        <p:blipFill>
          <a:blip r:embed="rId2"/>
          <a:stretch>
            <a:fillRect/>
          </a:stretch>
        </p:blipFill>
        <p:spPr>
          <a:xfrm>
            <a:off x="429768" y="1783080"/>
            <a:ext cx="4348534" cy="3291840"/>
          </a:xfrm>
          <a:prstGeom prst="rect">
            <a:avLst/>
          </a:prstGeom>
        </p:spPr>
      </p:pic>
      <p:sp>
        <p:nvSpPr>
          <p:cNvPr id="5" name="TextBox 4"/>
          <p:cNvSpPr txBox="1"/>
          <p:nvPr/>
        </p:nvSpPr>
        <p:spPr>
          <a:xfrm>
            <a:off x="5486400" y="2194560"/>
            <a:ext cx="6172200" cy="2286000"/>
          </a:xfrm>
          <a:prstGeom prst="rect">
            <a:avLst/>
          </a:prstGeom>
          <a:noFill/>
        </p:spPr>
        <p:txBody>
          <a:bodyPr wrap="square" lIns="0" rIns="0" tIns="0" bIns="0" anchor="t">
            <a:spAutoFit/>
          </a:bodyPr>
          <a:lstStyle/>
          <a:p>
            <a:pPr algn="l">
              <a:spcAft>
                <a:spcPts val="800"/>
              </a:spcAft>
            </a:pPr>
            <a:r>
              <a:rPr sz="1800" b="1" i="0">
                <a:solidFill>
                  <a:srgbClr val="263238"/>
                </a:solidFill>
              </a:rPr>
              <a:t>Aly Elbermawy</a:t>
            </a:r>
          </a:p>
          <a:p>
            <a:pPr algn="l">
              <a:spcAft>
                <a:spcPts val="800"/>
              </a:spcAft>
            </a:pPr>
            <a:r>
              <a:rPr sz="1800" b="0" i="0">
                <a:solidFill>
                  <a:srgbClr val="263238"/>
                </a:solidFill>
              </a:rPr>
              <a:t>aly.elbermawy@m.thm.de</a:t>
            </a:r>
          </a:p>
          <a:p>
            <a:pPr algn="l">
              <a:spcAft>
                <a:spcPts val="800"/>
              </a:spcAft>
            </a:pPr>
            <a:r>
              <a:rPr sz="1800" b="0" i="0">
                <a:solidFill>
                  <a:srgbClr val="263238"/>
                </a:solidFill>
              </a:rPr>
              <a:t>Studienprojekt 2 · THM Campus Friedberg</a:t>
            </a:r>
          </a:p>
        </p:txBody>
      </p:sp>
      <p:sp>
        <p:nvSpPr>
          <p:cNvPr id="4" name="Foliennummernplatzhalter 5"/>
          <p:cNvSpPr>
            <a:spLocks noGrp="1"/>
          </p:cNvSpPr>
          <p:nvPr>
            <p:ph type="sldNum" sz="quarter" idx="10"/>
          </p:nvPr>
        </p:nvSpPr>
        <p:spPr/>
        <p:txBody>
          <a:bodyPr/>
          <a:lstStyle>
            <a:lvl1pPr>
              <a:defRPr/>
            </a:lvl1pPr>
          </a:lstStyle>
          <a:p>
            <a:pPr>
              <a:defRPr/>
            </a:pPr>
            <a:fld id="{B5BCC05E-6BB9-F44C-AA5C-18037A9C729E}" type="slidenum">
              <a:rPr lang="de-DE" altLang="de-DE" smtClean="0"/>
              <a:pPr>
                <a:defRPr/>
              </a:pPr>
              <a:t>‹Nr.›</a:t>
            </a:fld>
            <a:endParaRPr lang="de-DE" altLang="de-DE" dirty="0"/>
          </a:p>
        </p:txBody>
      </p:sp>
    </p:spTree>
  </p:cSld>
  <p:clrMapOvr>
    <a:masterClrMapping/>
  </p:clrMapOvr>
</p:sld>
</file>

<file path=ppt/theme/theme1.xml><?xml version="1.0" encoding="utf-8"?>
<a:theme xmlns:a="http://schemas.openxmlformats.org/drawingml/2006/main" name="THM-Folienmaster">
  <a:themeElements>
    <a:clrScheme name="Larissa">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Larissa">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THM-092017" id="{F2E74DBF-A00C-0049-AFFE-E20DFFD05F23}" vid="{9967E0B6-F9B0-0C46-B645-E7DA8BD1490D}"/>
    </a:ext>
  </a:extLst>
</a:theme>
</file>

<file path=ppt/theme/theme2.xml><?xml version="1.0" encoding="utf-8"?>
<a:theme xmlns:a="http://schemas.openxmlformats.org/drawingml/2006/main" name="Larissa">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Larissa">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Design">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Yu Gothic Light"/>
        <a:font script="Hang" typeface="맑은 고딕"/>
        <a:font script="Hans" typeface="DengXian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Yu Gothic"/>
        <a:font script="Hang" typeface="맑은 고딕"/>
        <a:font script="Hans" typeface="DengXian"/>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THM-092017</Template>
  <TotalTime>0</TotalTime>
  <Words>13</Words>
  <Application>Microsoft Macintosh PowerPoint</Application>
  <PresentationFormat>Breitbild</PresentationFormat>
  <Paragraphs>13</Paragraphs>
  <Slides>14</Slides>
  <Notes>0</Notes>
  <HiddenSlides>0</HiddenSlides>
  <MMClips>0</MMClips>
  <ScaleCrop>false</ScaleCrop>
  <HeadingPairs>
    <vt:vector size="6" baseType="variant">
      <vt:variant>
        <vt:lpstr>Verwendete Schriftarten</vt:lpstr>
      </vt:variant>
      <vt:variant>
        <vt:i4>3</vt:i4>
      </vt:variant>
      <vt:variant>
        <vt:lpstr>Design</vt:lpstr>
      </vt:variant>
      <vt:variant>
        <vt:i4>1</vt:i4>
      </vt:variant>
      <vt:variant>
        <vt:lpstr>Folientitel</vt:lpstr>
      </vt:variant>
      <vt:variant>
        <vt:i4>14</vt:i4>
      </vt:variant>
    </vt:vector>
  </HeadingPairs>
  <TitlesOfParts>
    <vt:vector size="18" baseType="lpstr">
      <vt:lpstr>Arial</vt:lpstr>
      <vt:lpstr>Calibri</vt:lpstr>
      <vt:lpstr>Wingdings</vt:lpstr>
      <vt:lpstr>THM-Folienmaster</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vector>
  </TitlesOfParts>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PowerPoint-Präsentation</dc:title>
  <dc:creator>Olga  Altergot</dc:creator>
  <cp:lastModifiedBy>Olga  Altergot</cp:lastModifiedBy>
  <cp:revision>113</cp:revision>
  <cp:lastPrinted>2017-11-28T10:01:39Z</cp:lastPrinted>
  <dcterms:created xsi:type="dcterms:W3CDTF">2017-11-01T14:34:44Z</dcterms:created>
  <dcterms:modified xsi:type="dcterms:W3CDTF">2020-09-01T06:12:52Z</dcterms:modified>
</cp:coreProperties>
</file>